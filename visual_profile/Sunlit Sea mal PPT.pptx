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" roundtripDataSignature="AMtx7mj+HUafEGj8gvlZmBkR84OKhNEt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o-N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page">
  <p:cSld name="First page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9" y="503959"/>
            <a:ext cx="2347046" cy="21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9" y="503959"/>
            <a:ext cx="7110411" cy="585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icture">
  <p:cSld name="Title and picture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/>
          <p:nvPr>
            <p:ph idx="2" type="pic"/>
          </p:nvPr>
        </p:nvSpPr>
        <p:spPr>
          <a:xfrm>
            <a:off x="6415088" y="0"/>
            <a:ext cx="5775325" cy="57626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2482"/>
            <a:ext cx="1644794" cy="1524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9"/>
          <p:cNvSpPr txBox="1"/>
          <p:nvPr>
            <p:ph type="title"/>
          </p:nvPr>
        </p:nvSpPr>
        <p:spPr>
          <a:xfrm>
            <a:off x="514800" y="1921021"/>
            <a:ext cx="5239226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514800" y="510023"/>
            <a:ext cx="5239226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pictures">
  <p:cSld name="Title and two pictures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514800" y="1921021"/>
            <a:ext cx="523376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0"/>
          <p:cNvSpPr/>
          <p:nvPr>
            <p:ph idx="2" type="pic"/>
          </p:nvPr>
        </p:nvSpPr>
        <p:spPr>
          <a:xfrm>
            <a:off x="6420554" y="1911925"/>
            <a:ext cx="2307810" cy="2313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8" name="Google Shape;2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2482"/>
            <a:ext cx="1644794" cy="15246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0"/>
          <p:cNvSpPr/>
          <p:nvPr>
            <p:ph idx="3" type="pic"/>
          </p:nvPr>
        </p:nvSpPr>
        <p:spPr>
          <a:xfrm>
            <a:off x="9371573" y="1911925"/>
            <a:ext cx="2307810" cy="2313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4" type="body"/>
          </p:nvPr>
        </p:nvSpPr>
        <p:spPr>
          <a:xfrm>
            <a:off x="6426994" y="4471346"/>
            <a:ext cx="2301370" cy="12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5" type="body"/>
          </p:nvPr>
        </p:nvSpPr>
        <p:spPr>
          <a:xfrm>
            <a:off x="9378014" y="4471346"/>
            <a:ext cx="2301370" cy="12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1479795" y="1832439"/>
            <a:ext cx="884184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6" name="Google Shape;3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2482"/>
            <a:ext cx="1644794" cy="15246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icture, blue">
  <p:cSld name="Title and picture, blue">
    <p:bg>
      <p:bgPr>
        <a:solidFill>
          <a:schemeClr val="accent3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514801" y="1921021"/>
            <a:ext cx="523800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2482"/>
            <a:ext cx="1644794" cy="15246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icture, yellow">
  <p:cSld name="Title and picture, yellow">
    <p:bg>
      <p:bgPr>
        <a:solidFill>
          <a:schemeClr val="accent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7" name="Google Shape;4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2482"/>
            <a:ext cx="1644794" cy="1524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3"/>
          <p:cNvSpPr txBox="1"/>
          <p:nvPr>
            <p:ph type="title"/>
          </p:nvPr>
        </p:nvSpPr>
        <p:spPr>
          <a:xfrm>
            <a:off x="514801" y="1921021"/>
            <a:ext cx="523800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−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vit tekst med bilde">
  <p:cSld name="hvit tekst med bil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>
            <a:off x="515216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515216" y="1870224"/>
            <a:ext cx="5238000" cy="3892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6" name="Google Shape;5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icture #2">
  <p:cSld name="Content and picture #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515215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/>
          <p:nvPr>
            <p:ph idx="2" type="pic"/>
          </p:nvPr>
        </p:nvSpPr>
        <p:spPr>
          <a:xfrm>
            <a:off x="6416675" y="504825"/>
            <a:ext cx="5280025" cy="52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515215" y="1870223"/>
            <a:ext cx="5238000" cy="389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−"/>
              <a:defRPr sz="2200"/>
            </a:lvl1pPr>
            <a:lvl2pPr indent="-3683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683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−"/>
              <a:defRPr sz="2200"/>
            </a:lvl3pPr>
            <a:lvl4pPr indent="-3683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4pPr>
            <a:lvl5pPr indent="-3683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−"/>
              <a:defRPr sz="2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3" name="Google Shape;6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icture #2 (small text)">
  <p:cSld name="Content and picture #2 (small text)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515215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6416675" y="504825"/>
            <a:ext cx="5280025" cy="52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509587" y="1870223"/>
            <a:ext cx="5238000" cy="389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0" name="Google Shape;7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pictures #2">
  <p:cSld name="Title and two pictures #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515214" y="480148"/>
            <a:ext cx="11162435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/>
          <p:nvPr>
            <p:ph idx="2" type="pic"/>
          </p:nvPr>
        </p:nvSpPr>
        <p:spPr>
          <a:xfrm>
            <a:off x="6416676" y="1895475"/>
            <a:ext cx="5260974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6" name="Google Shape;7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7"/>
          <p:cNvSpPr/>
          <p:nvPr>
            <p:ph idx="3" type="pic"/>
          </p:nvPr>
        </p:nvSpPr>
        <p:spPr>
          <a:xfrm>
            <a:off x="509588" y="1895475"/>
            <a:ext cx="5260974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wide picture">
  <p:cSld name="Title and wide pictur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515214" y="480148"/>
            <a:ext cx="11162435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8"/>
          <p:cNvSpPr/>
          <p:nvPr>
            <p:ph idx="2" type="pic"/>
          </p:nvPr>
        </p:nvSpPr>
        <p:spPr>
          <a:xfrm>
            <a:off x="509588" y="1895475"/>
            <a:ext cx="11168062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wide picture #2">
  <p:cSld name="Title and wide picture #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type="title"/>
          </p:nvPr>
        </p:nvSpPr>
        <p:spPr>
          <a:xfrm>
            <a:off x="515215" y="480148"/>
            <a:ext cx="8724034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/>
          <p:nvPr>
            <p:ph idx="2" type="pic"/>
          </p:nvPr>
        </p:nvSpPr>
        <p:spPr>
          <a:xfrm>
            <a:off x="0" y="1895474"/>
            <a:ext cx="12192000" cy="4962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screen picture">
  <p:cSld name="Fullscreen pictur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blue">
  <p:cSld name="Quote, blue">
    <p:bg>
      <p:bgPr>
        <a:solidFill>
          <a:srgbClr val="ECE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1"/>
          <p:cNvSpPr txBox="1"/>
          <p:nvPr>
            <p:ph type="title"/>
          </p:nvPr>
        </p:nvSpPr>
        <p:spPr>
          <a:xfrm>
            <a:off x="1524865" y="1861273"/>
            <a:ext cx="8724034" cy="20535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/>
          <p:nvPr>
            <p:ph idx="1" type="body"/>
          </p:nvPr>
        </p:nvSpPr>
        <p:spPr>
          <a:xfrm>
            <a:off x="1524864" y="4411809"/>
            <a:ext cx="8724034" cy="49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 sz="14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yellow">
  <p:cSld name="Quote, yellow">
    <p:bg>
      <p:bgPr>
        <a:solidFill>
          <a:srgbClr val="FEF7C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 txBox="1"/>
          <p:nvPr>
            <p:ph type="title"/>
          </p:nvPr>
        </p:nvSpPr>
        <p:spPr>
          <a:xfrm>
            <a:off x="1524864" y="1861273"/>
            <a:ext cx="9162185" cy="20535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9" name="Google Shape;9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2"/>
          <p:cNvSpPr txBox="1"/>
          <p:nvPr>
            <p:ph idx="1" type="body"/>
          </p:nvPr>
        </p:nvSpPr>
        <p:spPr>
          <a:xfrm>
            <a:off x="1524863" y="4411809"/>
            <a:ext cx="9162185" cy="49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 sz="14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ople">
  <p:cSld name="People">
    <p:bg>
      <p:bgPr>
        <a:solidFill>
          <a:schemeClr val="l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515215" y="490686"/>
            <a:ext cx="11152910" cy="113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5" name="Google Shape;10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588" y="6197598"/>
            <a:ext cx="179381" cy="1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3"/>
          <p:cNvSpPr/>
          <p:nvPr>
            <p:ph idx="2" type="pic"/>
          </p:nvPr>
        </p:nvSpPr>
        <p:spPr>
          <a:xfrm>
            <a:off x="514800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33"/>
          <p:cNvSpPr/>
          <p:nvPr>
            <p:ph idx="3" type="pic"/>
          </p:nvPr>
        </p:nvSpPr>
        <p:spPr>
          <a:xfrm>
            <a:off x="2481263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3"/>
          <p:cNvSpPr/>
          <p:nvPr>
            <p:ph idx="4" type="pic"/>
          </p:nvPr>
        </p:nvSpPr>
        <p:spPr>
          <a:xfrm>
            <a:off x="4452938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33"/>
          <p:cNvSpPr/>
          <p:nvPr>
            <p:ph idx="5" type="pic"/>
          </p:nvPr>
        </p:nvSpPr>
        <p:spPr>
          <a:xfrm>
            <a:off x="6424613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33"/>
          <p:cNvSpPr/>
          <p:nvPr>
            <p:ph idx="6" type="pic"/>
          </p:nvPr>
        </p:nvSpPr>
        <p:spPr>
          <a:xfrm>
            <a:off x="8362950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33"/>
          <p:cNvSpPr/>
          <p:nvPr>
            <p:ph idx="7" type="pic"/>
          </p:nvPr>
        </p:nvSpPr>
        <p:spPr>
          <a:xfrm>
            <a:off x="10334625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33"/>
          <p:cNvSpPr/>
          <p:nvPr>
            <p:ph idx="8" type="pic"/>
          </p:nvPr>
        </p:nvSpPr>
        <p:spPr>
          <a:xfrm>
            <a:off x="514800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33"/>
          <p:cNvSpPr/>
          <p:nvPr>
            <p:ph idx="9" type="pic"/>
          </p:nvPr>
        </p:nvSpPr>
        <p:spPr>
          <a:xfrm>
            <a:off x="2481263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3"/>
          <p:cNvSpPr/>
          <p:nvPr>
            <p:ph idx="13" type="pic"/>
          </p:nvPr>
        </p:nvSpPr>
        <p:spPr>
          <a:xfrm>
            <a:off x="4452938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3"/>
          <p:cNvSpPr/>
          <p:nvPr>
            <p:ph idx="14" type="pic"/>
          </p:nvPr>
        </p:nvSpPr>
        <p:spPr>
          <a:xfrm>
            <a:off x="6424613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33"/>
          <p:cNvSpPr/>
          <p:nvPr>
            <p:ph idx="15" type="pic"/>
          </p:nvPr>
        </p:nvSpPr>
        <p:spPr>
          <a:xfrm>
            <a:off x="8362950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3"/>
          <p:cNvSpPr/>
          <p:nvPr>
            <p:ph idx="16" type="pic"/>
          </p:nvPr>
        </p:nvSpPr>
        <p:spPr>
          <a:xfrm>
            <a:off x="10334625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−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3"/>
          <p:cNvSpPr txBox="1"/>
          <p:nvPr>
            <p:ph idx="1" type="body"/>
          </p:nvPr>
        </p:nvSpPr>
        <p:spPr>
          <a:xfrm>
            <a:off x="514800" y="335651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7" type="body"/>
          </p:nvPr>
        </p:nvSpPr>
        <p:spPr>
          <a:xfrm>
            <a:off x="2481263" y="335257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8" type="body"/>
          </p:nvPr>
        </p:nvSpPr>
        <p:spPr>
          <a:xfrm>
            <a:off x="4452938" y="335773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9" type="body"/>
          </p:nvPr>
        </p:nvSpPr>
        <p:spPr>
          <a:xfrm>
            <a:off x="6424613" y="3353789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20" type="body"/>
          </p:nvPr>
        </p:nvSpPr>
        <p:spPr>
          <a:xfrm>
            <a:off x="8362950" y="338826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21" type="body"/>
          </p:nvPr>
        </p:nvSpPr>
        <p:spPr>
          <a:xfrm>
            <a:off x="10334625" y="338432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2" type="body"/>
          </p:nvPr>
        </p:nvSpPr>
        <p:spPr>
          <a:xfrm>
            <a:off x="514800" y="541055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23" type="body"/>
          </p:nvPr>
        </p:nvSpPr>
        <p:spPr>
          <a:xfrm>
            <a:off x="2481263" y="5406610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3"/>
          <p:cNvSpPr txBox="1"/>
          <p:nvPr>
            <p:ph idx="24" type="body"/>
          </p:nvPr>
        </p:nvSpPr>
        <p:spPr>
          <a:xfrm>
            <a:off x="4452938" y="540976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25" type="body"/>
          </p:nvPr>
        </p:nvSpPr>
        <p:spPr>
          <a:xfrm>
            <a:off x="6424613" y="5405820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6" type="body"/>
          </p:nvPr>
        </p:nvSpPr>
        <p:spPr>
          <a:xfrm>
            <a:off x="8362950" y="543737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27" type="body"/>
          </p:nvPr>
        </p:nvSpPr>
        <p:spPr>
          <a:xfrm>
            <a:off x="10334625" y="543343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514800" y="478800"/>
            <a:ext cx="11166648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514800" y="1825625"/>
            <a:ext cx="11166648" cy="396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83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−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419600" y="6149070"/>
            <a:ext cx="135255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-NO"/>
              <a:t>06.07.2020</a:t>
            </a:r>
            <a:endParaRPr/>
          </a:p>
        </p:txBody>
      </p:sp>
      <p:sp>
        <p:nvSpPr>
          <p:cNvPr id="141" name="Google Shape;141;p2"/>
          <p:cNvSpPr/>
          <p:nvPr>
            <p:ph idx="2" type="pic"/>
          </p:nvPr>
        </p:nvSpPr>
        <p:spPr>
          <a:xfrm>
            <a:off x="6415088" y="0"/>
            <a:ext cx="5775325" cy="57626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>
            <p:ph type="title"/>
          </p:nvPr>
        </p:nvSpPr>
        <p:spPr>
          <a:xfrm>
            <a:off x="514800" y="1921021"/>
            <a:ext cx="5239226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514800" y="510023"/>
            <a:ext cx="5239226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/>
          <p:nvPr>
            <p:ph type="title"/>
          </p:nvPr>
        </p:nvSpPr>
        <p:spPr>
          <a:xfrm>
            <a:off x="514800" y="1921021"/>
            <a:ext cx="523376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>
            <p:ph idx="2" type="pic"/>
          </p:nvPr>
        </p:nvSpPr>
        <p:spPr>
          <a:xfrm>
            <a:off x="6420554" y="1911925"/>
            <a:ext cx="2307810" cy="2313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>
            <p:ph idx="3" type="pic"/>
          </p:nvPr>
        </p:nvSpPr>
        <p:spPr>
          <a:xfrm>
            <a:off x="9371573" y="1911925"/>
            <a:ext cx="2307810" cy="23137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 txBox="1"/>
          <p:nvPr>
            <p:ph idx="4" type="body"/>
          </p:nvPr>
        </p:nvSpPr>
        <p:spPr>
          <a:xfrm>
            <a:off x="6426994" y="4471346"/>
            <a:ext cx="2301370" cy="12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 txBox="1"/>
          <p:nvPr>
            <p:ph idx="5" type="body"/>
          </p:nvPr>
        </p:nvSpPr>
        <p:spPr>
          <a:xfrm>
            <a:off x="9378014" y="4471346"/>
            <a:ext cx="2301370" cy="12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-NO"/>
              <a:t>06.07.2020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1479795" y="1832439"/>
            <a:ext cx="884184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 txBox="1"/>
          <p:nvPr>
            <p:ph idx="10" type="dt"/>
          </p:nvPr>
        </p:nvSpPr>
        <p:spPr>
          <a:xfrm>
            <a:off x="6426995" y="6148800"/>
            <a:ext cx="2653189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-NO"/>
              <a:t>06.07.2020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>
            <p:ph type="title"/>
          </p:nvPr>
        </p:nvSpPr>
        <p:spPr>
          <a:xfrm>
            <a:off x="514801" y="1921021"/>
            <a:ext cx="523800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>
            <p:ph type="title"/>
          </p:nvPr>
        </p:nvSpPr>
        <p:spPr>
          <a:xfrm>
            <a:off x="514801" y="1921021"/>
            <a:ext cx="5238000" cy="38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514800" y="510023"/>
            <a:ext cx="5238000" cy="464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515216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>
            <p:ph idx="2" type="pic"/>
          </p:nvPr>
        </p:nvSpPr>
        <p:spPr>
          <a:xfrm>
            <a:off x="6416675" y="0"/>
            <a:ext cx="5775325" cy="5762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 txBox="1"/>
          <p:nvPr>
            <p:ph idx="1" type="body"/>
          </p:nvPr>
        </p:nvSpPr>
        <p:spPr>
          <a:xfrm>
            <a:off x="515216" y="1870224"/>
            <a:ext cx="5238000" cy="3892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8900" lvl="0" marL="228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515215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>
            <p:ph idx="2" type="pic"/>
          </p:nvPr>
        </p:nvSpPr>
        <p:spPr>
          <a:xfrm>
            <a:off x="6416675" y="504825"/>
            <a:ext cx="5280025" cy="52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515215" y="1870223"/>
            <a:ext cx="5238000" cy="389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88900" lvl="0" marL="228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515215" y="480148"/>
            <a:ext cx="5238000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>
            <p:ph idx="2" type="pic"/>
          </p:nvPr>
        </p:nvSpPr>
        <p:spPr>
          <a:xfrm>
            <a:off x="6416675" y="504825"/>
            <a:ext cx="5280025" cy="52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>
            <p:ph idx="1" type="body"/>
          </p:nvPr>
        </p:nvSpPr>
        <p:spPr>
          <a:xfrm>
            <a:off x="509587" y="1870223"/>
            <a:ext cx="5238000" cy="3892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14300" lvl="0" marL="228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515214" y="480148"/>
            <a:ext cx="11162435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>
            <p:ph idx="2" type="pic"/>
          </p:nvPr>
        </p:nvSpPr>
        <p:spPr>
          <a:xfrm>
            <a:off x="6416676" y="1895475"/>
            <a:ext cx="5260974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>
            <p:ph idx="3" type="pic"/>
          </p:nvPr>
        </p:nvSpPr>
        <p:spPr>
          <a:xfrm>
            <a:off x="509588" y="1895475"/>
            <a:ext cx="5260974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type="title"/>
          </p:nvPr>
        </p:nvSpPr>
        <p:spPr>
          <a:xfrm>
            <a:off x="515214" y="480148"/>
            <a:ext cx="11162435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>
            <p:ph idx="2" type="pic"/>
          </p:nvPr>
        </p:nvSpPr>
        <p:spPr>
          <a:xfrm>
            <a:off x="509588" y="1895475"/>
            <a:ext cx="11168062" cy="38671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>
            <p:ph type="title"/>
          </p:nvPr>
        </p:nvSpPr>
        <p:spPr>
          <a:xfrm>
            <a:off x="515215" y="480148"/>
            <a:ext cx="8724034" cy="104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>
            <p:ph idx="2" type="pic"/>
          </p:nvPr>
        </p:nvSpPr>
        <p:spPr>
          <a:xfrm>
            <a:off x="0" y="1895474"/>
            <a:ext cx="12192000" cy="4962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type="title"/>
          </p:nvPr>
        </p:nvSpPr>
        <p:spPr>
          <a:xfrm>
            <a:off x="1524865" y="1861273"/>
            <a:ext cx="8724034" cy="20535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 txBox="1"/>
          <p:nvPr>
            <p:ph idx="1" type="body"/>
          </p:nvPr>
        </p:nvSpPr>
        <p:spPr>
          <a:xfrm>
            <a:off x="1524864" y="4411809"/>
            <a:ext cx="8724034" cy="49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39700" lvl="0" marL="228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1524864" y="1861273"/>
            <a:ext cx="9162185" cy="205350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1524863" y="4411809"/>
            <a:ext cx="9162185" cy="493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39700" lvl="0" marL="228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type="title"/>
          </p:nvPr>
        </p:nvSpPr>
        <p:spPr>
          <a:xfrm>
            <a:off x="515215" y="490686"/>
            <a:ext cx="11152910" cy="113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>
            <p:ph idx="2" type="pic"/>
          </p:nvPr>
        </p:nvSpPr>
        <p:spPr>
          <a:xfrm>
            <a:off x="514800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>
            <p:ph idx="3" type="pic"/>
          </p:nvPr>
        </p:nvSpPr>
        <p:spPr>
          <a:xfrm>
            <a:off x="2481263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"/>
          <p:cNvSpPr/>
          <p:nvPr>
            <p:ph idx="4" type="pic"/>
          </p:nvPr>
        </p:nvSpPr>
        <p:spPr>
          <a:xfrm>
            <a:off x="4452938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>
            <p:ph idx="5" type="pic"/>
          </p:nvPr>
        </p:nvSpPr>
        <p:spPr>
          <a:xfrm>
            <a:off x="6424613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/>
          <p:nvPr>
            <p:ph idx="6" type="pic"/>
          </p:nvPr>
        </p:nvSpPr>
        <p:spPr>
          <a:xfrm>
            <a:off x="8362950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/>
          <p:nvPr>
            <p:ph idx="7" type="pic"/>
          </p:nvPr>
        </p:nvSpPr>
        <p:spPr>
          <a:xfrm>
            <a:off x="10334625" y="1900238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"/>
          <p:cNvSpPr/>
          <p:nvPr>
            <p:ph idx="8" type="pic"/>
          </p:nvPr>
        </p:nvSpPr>
        <p:spPr>
          <a:xfrm>
            <a:off x="514800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>
            <p:ph idx="9" type="pic"/>
          </p:nvPr>
        </p:nvSpPr>
        <p:spPr>
          <a:xfrm>
            <a:off x="2481263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>
            <p:ph idx="13" type="pic"/>
          </p:nvPr>
        </p:nvSpPr>
        <p:spPr>
          <a:xfrm>
            <a:off x="4452938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>
            <p:ph idx="14" type="pic"/>
          </p:nvPr>
        </p:nvSpPr>
        <p:spPr>
          <a:xfrm>
            <a:off x="6424613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>
            <p:ph idx="15" type="pic"/>
          </p:nvPr>
        </p:nvSpPr>
        <p:spPr>
          <a:xfrm>
            <a:off x="8362950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>
            <p:ph idx="16" type="pic"/>
          </p:nvPr>
        </p:nvSpPr>
        <p:spPr>
          <a:xfrm>
            <a:off x="10334625" y="3950175"/>
            <a:ext cx="1333500" cy="13477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 txBox="1"/>
          <p:nvPr>
            <p:ph idx="1" type="body"/>
          </p:nvPr>
        </p:nvSpPr>
        <p:spPr>
          <a:xfrm>
            <a:off x="514800" y="335651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 txBox="1"/>
          <p:nvPr>
            <p:ph idx="17" type="body"/>
          </p:nvPr>
        </p:nvSpPr>
        <p:spPr>
          <a:xfrm>
            <a:off x="2481263" y="335257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 txBox="1"/>
          <p:nvPr>
            <p:ph idx="18" type="body"/>
          </p:nvPr>
        </p:nvSpPr>
        <p:spPr>
          <a:xfrm>
            <a:off x="4452938" y="335773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1" name="Google Shape;271;p16"/>
          <p:cNvSpPr txBox="1"/>
          <p:nvPr>
            <p:ph idx="19" type="body"/>
          </p:nvPr>
        </p:nvSpPr>
        <p:spPr>
          <a:xfrm>
            <a:off x="6424613" y="3353789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 txBox="1"/>
          <p:nvPr>
            <p:ph idx="20" type="body"/>
          </p:nvPr>
        </p:nvSpPr>
        <p:spPr>
          <a:xfrm>
            <a:off x="8362950" y="338826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 txBox="1"/>
          <p:nvPr>
            <p:ph idx="21" type="body"/>
          </p:nvPr>
        </p:nvSpPr>
        <p:spPr>
          <a:xfrm>
            <a:off x="10334625" y="338432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 txBox="1"/>
          <p:nvPr>
            <p:ph idx="22" type="body"/>
          </p:nvPr>
        </p:nvSpPr>
        <p:spPr>
          <a:xfrm>
            <a:off x="514800" y="541055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 txBox="1"/>
          <p:nvPr>
            <p:ph idx="23" type="body"/>
          </p:nvPr>
        </p:nvSpPr>
        <p:spPr>
          <a:xfrm>
            <a:off x="2481263" y="5406610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 txBox="1"/>
          <p:nvPr>
            <p:ph idx="24" type="body"/>
          </p:nvPr>
        </p:nvSpPr>
        <p:spPr>
          <a:xfrm>
            <a:off x="4452938" y="5409764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 txBox="1"/>
          <p:nvPr>
            <p:ph idx="25" type="body"/>
          </p:nvPr>
        </p:nvSpPr>
        <p:spPr>
          <a:xfrm>
            <a:off x="6424613" y="5405820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8" name="Google Shape;278;p16"/>
          <p:cNvSpPr txBox="1"/>
          <p:nvPr>
            <p:ph idx="26" type="body"/>
          </p:nvPr>
        </p:nvSpPr>
        <p:spPr>
          <a:xfrm>
            <a:off x="8362950" y="5437378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 txBox="1"/>
          <p:nvPr>
            <p:ph idx="27" type="body"/>
          </p:nvPr>
        </p:nvSpPr>
        <p:spPr>
          <a:xfrm>
            <a:off x="10334625" y="5433433"/>
            <a:ext cx="1333500" cy="463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 txBox="1"/>
          <p:nvPr>
            <p:ph idx="11" type="ftr"/>
          </p:nvPr>
        </p:nvSpPr>
        <p:spPr>
          <a:xfrm>
            <a:off x="6419849" y="6149070"/>
            <a:ext cx="4533901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 txBox="1"/>
          <p:nvPr>
            <p:ph idx="12" type="sldNum"/>
          </p:nvPr>
        </p:nvSpPr>
        <p:spPr>
          <a:xfrm>
            <a:off x="11113431" y="6149070"/>
            <a:ext cx="56801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42">
      <a:dk1>
        <a:srgbClr val="101010"/>
      </a:dk1>
      <a:lt1>
        <a:srgbClr val="FFFFFF"/>
      </a:lt1>
      <a:dk2>
        <a:srgbClr val="001946"/>
      </a:dk2>
      <a:lt2>
        <a:srgbClr val="E1E1E1"/>
      </a:lt2>
      <a:accent1>
        <a:srgbClr val="3B44AC"/>
      </a:accent1>
      <a:accent2>
        <a:srgbClr val="001946"/>
      </a:accent2>
      <a:accent3>
        <a:srgbClr val="CBD4F0"/>
      </a:accent3>
      <a:accent4>
        <a:srgbClr val="FFE775"/>
      </a:accent4>
      <a:accent5>
        <a:srgbClr val="437E84"/>
      </a:accent5>
      <a:accent6>
        <a:srgbClr val="81D5C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2020-07-06T06:39:50Z</dcterms:created>
  <dc:creator>Per Lindberg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0x010100D982FC97A4EB864EBF6B6ADD443A67CC</vt:lpwstr>
  </property>
</Properties>
</file>