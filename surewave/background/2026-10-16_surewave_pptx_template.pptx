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Lst>
  <p:notesMasterIdLst>
    <p:notesMasterId r:id="rId15"/>
  </p:notesMasterIdLst>
  <p:handoutMasterIdLst>
    <p:handoutMasterId r:id="rId16"/>
  </p:handoutMasterIdLst>
  <p:sldIdLst>
    <p:sldId id="391" r:id="rId5"/>
    <p:sldId id="384" r:id="rId6"/>
    <p:sldId id="393" r:id="rId7"/>
    <p:sldId id="394" r:id="rId8"/>
    <p:sldId id="400" r:id="rId9"/>
    <p:sldId id="396" r:id="rId10"/>
    <p:sldId id="397" r:id="rId11"/>
    <p:sldId id="398" r:id="rId12"/>
    <p:sldId id="399" r:id="rId13"/>
    <p:sldId id="390" r:id="rId14"/>
  </p:sldIdLst>
  <p:sldSz cx="12192000" cy="6858000"/>
  <p:notesSz cx="6797675" cy="9926638"/>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969"/>
    <a:srgbClr val="54A68D"/>
    <a:srgbClr val="D199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autoAdjust="0"/>
    <p:restoredTop sz="94660" autoAdjust="0"/>
  </p:normalViewPr>
  <p:slideViewPr>
    <p:cSldViewPr snapToGrid="0">
      <p:cViewPr varScale="1">
        <p:scale>
          <a:sx n="161" d="100"/>
          <a:sy n="161" d="100"/>
        </p:scale>
        <p:origin x="258"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3900"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82C311-77FE-4690-81E6-DA67906FC36D}"/>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nb-NO"/>
          </a:p>
        </p:txBody>
      </p:sp>
      <p:sp>
        <p:nvSpPr>
          <p:cNvPr id="3" name="Date Placeholder 2">
            <a:extLst>
              <a:ext uri="{FF2B5EF4-FFF2-40B4-BE49-F238E27FC236}">
                <a16:creationId xmlns:a16="http://schemas.microsoft.com/office/drawing/2014/main" id="{35A9625B-FD2C-4AAF-9914-8EE38EE130AB}"/>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954A49C5-F507-4667-AC17-CE8CA2A22B74}" type="datetimeFigureOut">
              <a:rPr lang="nb-NO" smtClean="0"/>
              <a:t>16.10.2026</a:t>
            </a:fld>
            <a:endParaRPr lang="nb-NO"/>
          </a:p>
        </p:txBody>
      </p:sp>
      <p:sp>
        <p:nvSpPr>
          <p:cNvPr id="4" name="Footer Placeholder 3">
            <a:extLst>
              <a:ext uri="{FF2B5EF4-FFF2-40B4-BE49-F238E27FC236}">
                <a16:creationId xmlns:a16="http://schemas.microsoft.com/office/drawing/2014/main" id="{F92A5EEF-819E-49D8-90D3-ACEC338426B3}"/>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nb-NO"/>
          </a:p>
        </p:txBody>
      </p:sp>
      <p:sp>
        <p:nvSpPr>
          <p:cNvPr id="5" name="Slide Number Placeholder 4">
            <a:extLst>
              <a:ext uri="{FF2B5EF4-FFF2-40B4-BE49-F238E27FC236}">
                <a16:creationId xmlns:a16="http://schemas.microsoft.com/office/drawing/2014/main" id="{592AA3EF-6D46-4296-9AFA-F2989F1A1A3D}"/>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275EB2A3-AACC-46D1-A64E-09F3CAAC6AAE}" type="slidenum">
              <a:rPr lang="nb-NO" smtClean="0"/>
              <a:t>‹#›</a:t>
            </a:fld>
            <a:endParaRPr lang="nb-NO"/>
          </a:p>
        </p:txBody>
      </p:sp>
    </p:spTree>
    <p:extLst>
      <p:ext uri="{BB962C8B-B14F-4D97-AF65-F5344CB8AC3E}">
        <p14:creationId xmlns:p14="http://schemas.microsoft.com/office/powerpoint/2010/main" val="4177004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472282A-8320-4D1B-8F44-AEE22674CE3B}" type="datetimeFigureOut">
              <a:rPr lang="nb-NO" smtClean="0"/>
              <a:t>16.10.2026</a:t>
            </a:fld>
            <a:endParaRPr lang="nb-NO"/>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nb-NO"/>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nb-NO"/>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5663C5E-8657-4431-8CD4-688003C179CA}" type="slidenum">
              <a:rPr lang="nb-NO" smtClean="0"/>
              <a:t>‹#›</a:t>
            </a:fld>
            <a:endParaRPr lang="nb-NO"/>
          </a:p>
        </p:txBody>
      </p:sp>
    </p:spTree>
    <p:extLst>
      <p:ext uri="{BB962C8B-B14F-4D97-AF65-F5344CB8AC3E}">
        <p14:creationId xmlns:p14="http://schemas.microsoft.com/office/powerpoint/2010/main" val="348415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DFB0D7-A7FD-1A42-A5B1-22DBBCBDA41C}"/>
              </a:ext>
            </a:extLst>
          </p:cNvPr>
          <p:cNvSpPr>
            <a:spLocks noGrp="1"/>
          </p:cNvSpPr>
          <p:nvPr>
            <p:ph type="ctrTitle" hasCustomPrompt="1"/>
          </p:nvPr>
        </p:nvSpPr>
        <p:spPr>
          <a:xfrm>
            <a:off x="2834640" y="2190861"/>
            <a:ext cx="6522720" cy="999744"/>
          </a:xfrm>
          <a:prstGeom prst="rect">
            <a:avLst/>
          </a:prstGeom>
        </p:spPr>
        <p:txBody>
          <a:bodyPr anchor="b">
            <a:normAutofit/>
          </a:bodyPr>
          <a:lstStyle>
            <a:lvl1pPr algn="ctr">
              <a:defRPr sz="4000" b="1" i="0" baseline="0">
                <a:solidFill>
                  <a:srgbClr val="003969"/>
                </a:solidFill>
                <a:latin typeface="+mn-lt"/>
                <a:cs typeface="Arial" panose="020B0604020202020204" pitchFamily="34" charset="0"/>
              </a:defRPr>
            </a:lvl1pPr>
          </a:lstStyle>
          <a:p>
            <a:r>
              <a:rPr lang="en-GB" dirty="0"/>
              <a:t>Presentation title</a:t>
            </a:r>
          </a:p>
        </p:txBody>
      </p:sp>
      <p:sp>
        <p:nvSpPr>
          <p:cNvPr id="3" name="Подзаголовок 2">
            <a:extLst>
              <a:ext uri="{FF2B5EF4-FFF2-40B4-BE49-F238E27FC236}">
                <a16:creationId xmlns:a16="http://schemas.microsoft.com/office/drawing/2014/main" id="{E4BDD27A-9C1F-C242-95AA-BDF67EF830F5}"/>
              </a:ext>
            </a:extLst>
          </p:cNvPr>
          <p:cNvSpPr>
            <a:spLocks noGrp="1"/>
          </p:cNvSpPr>
          <p:nvPr>
            <p:ph type="subTitle" idx="1" hasCustomPrompt="1"/>
          </p:nvPr>
        </p:nvSpPr>
        <p:spPr>
          <a:xfrm>
            <a:off x="3341370" y="3267632"/>
            <a:ext cx="5509260" cy="589660"/>
          </a:xfrm>
          <a:prstGeom prst="rect">
            <a:avLst/>
          </a:prstGeom>
        </p:spPr>
        <p:txBody>
          <a:bodyPr>
            <a:normAutofit/>
          </a:bodyPr>
          <a:lstStyle>
            <a:lvl1pPr marL="0" indent="0" algn="ctr">
              <a:buNone/>
              <a:defRPr sz="1800" b="0" i="0" spc="0">
                <a:solidFill>
                  <a:srgbClr val="003969"/>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Subtitle</a:t>
            </a:r>
          </a:p>
        </p:txBody>
      </p:sp>
      <p:pic>
        <p:nvPicPr>
          <p:cNvPr id="17" name="Рисунок 16">
            <a:extLst>
              <a:ext uri="{FF2B5EF4-FFF2-40B4-BE49-F238E27FC236}">
                <a16:creationId xmlns:a16="http://schemas.microsoft.com/office/drawing/2014/main" id="{39E82E58-E1BF-6147-B8A5-1C6467BB8F36}"/>
              </a:ext>
            </a:extLst>
          </p:cNvPr>
          <p:cNvPicPr>
            <a:picLocks noChangeAspect="1"/>
          </p:cNvPicPr>
          <p:nvPr userDrawn="1"/>
        </p:nvPicPr>
        <p:blipFill>
          <a:blip r:embed="rId2"/>
          <a:stretch>
            <a:fillRect/>
          </a:stretch>
        </p:blipFill>
        <p:spPr>
          <a:xfrm>
            <a:off x="2553776" y="4478269"/>
            <a:ext cx="1311640" cy="271072"/>
          </a:xfrm>
          <a:prstGeom prst="rect">
            <a:avLst/>
          </a:prstGeom>
        </p:spPr>
      </p:pic>
      <p:pic>
        <p:nvPicPr>
          <p:cNvPr id="13" name="Imagen 11" descr="Imagen que contiene Texto&#10;&#10;Descripción generada automáticamente">
            <a:extLst>
              <a:ext uri="{FF2B5EF4-FFF2-40B4-BE49-F238E27FC236}">
                <a16:creationId xmlns:a16="http://schemas.microsoft.com/office/drawing/2014/main" id="{60F001E4-F5EC-AEFD-2C57-EA1AC1BE4B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569766" y="4456945"/>
            <a:ext cx="983809" cy="920955"/>
          </a:xfrm>
          <a:prstGeom prst="rect">
            <a:avLst/>
          </a:prstGeom>
        </p:spPr>
      </p:pic>
      <p:pic>
        <p:nvPicPr>
          <p:cNvPr id="14" name="Grafik 3">
            <a:extLst>
              <a:ext uri="{FF2B5EF4-FFF2-40B4-BE49-F238E27FC236}">
                <a16:creationId xmlns:a16="http://schemas.microsoft.com/office/drawing/2014/main" id="{F78E8181-1813-FF73-0988-62AC3F6C6FA5}"/>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577489" y="5028700"/>
            <a:ext cx="939614" cy="349200"/>
          </a:xfrm>
          <a:prstGeom prst="rect">
            <a:avLst/>
          </a:prstGeom>
          <a:noFill/>
          <a:ln>
            <a:noFill/>
          </a:ln>
        </p:spPr>
      </p:pic>
      <p:pic>
        <p:nvPicPr>
          <p:cNvPr id="15" name="Picture 2" descr="Sunlit Sea">
            <a:extLst>
              <a:ext uri="{FF2B5EF4-FFF2-40B4-BE49-F238E27FC236}">
                <a16:creationId xmlns:a16="http://schemas.microsoft.com/office/drawing/2014/main" id="{634076AF-1B16-D5DC-FBA2-F1D8AFAEE87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12941" t="43611" r="13383" b="43803"/>
          <a:stretch/>
        </p:blipFill>
        <p:spPr bwMode="auto">
          <a:xfrm>
            <a:off x="6161471" y="4520654"/>
            <a:ext cx="1771650" cy="192263"/>
          </a:xfrm>
          <a:prstGeom prst="rect">
            <a:avLst/>
          </a:prstGeom>
          <a:noFill/>
          <a:extLst>
            <a:ext uri="{909E8E84-426E-40DD-AFC4-6F175D3DCCD1}">
              <a14:hiddenFill xmlns:a14="http://schemas.microsoft.com/office/drawing/2010/main">
                <a:solidFill>
                  <a:srgbClr val="FFFFFF"/>
                </a:solidFill>
              </a14:hiddenFill>
            </a:ext>
          </a:extLst>
        </p:spPr>
      </p:pic>
      <p:pic>
        <p:nvPicPr>
          <p:cNvPr id="19" name="Graphic 18">
            <a:extLst>
              <a:ext uri="{FF2B5EF4-FFF2-40B4-BE49-F238E27FC236}">
                <a16:creationId xmlns:a16="http://schemas.microsoft.com/office/drawing/2014/main" id="{AE504132-6B8E-E39E-91AF-6F0F19FC394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585212" y="5107900"/>
            <a:ext cx="888300" cy="270000"/>
          </a:xfrm>
          <a:prstGeom prst="rect">
            <a:avLst/>
          </a:prstGeom>
        </p:spPr>
      </p:pic>
      <p:pic>
        <p:nvPicPr>
          <p:cNvPr id="21" name="Picture 20" descr="A blue sign with white letters&#10;&#10;Description automatically generated with low confidence">
            <a:extLst>
              <a:ext uri="{FF2B5EF4-FFF2-40B4-BE49-F238E27FC236}">
                <a16:creationId xmlns:a16="http://schemas.microsoft.com/office/drawing/2014/main" id="{23BE8BCA-8857-DCB8-E75E-358A6F521C1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85212" y="4473412"/>
            <a:ext cx="841345" cy="270000"/>
          </a:xfrm>
          <a:prstGeom prst="rect">
            <a:avLst/>
          </a:prstGeom>
        </p:spPr>
      </p:pic>
      <p:pic>
        <p:nvPicPr>
          <p:cNvPr id="2054" name="Picture 6">
            <a:extLst>
              <a:ext uri="{FF2B5EF4-FFF2-40B4-BE49-F238E27FC236}">
                <a16:creationId xmlns:a16="http://schemas.microsoft.com/office/drawing/2014/main" id="{45061C8F-E234-EB99-E10B-21BB64DA6BFC}"/>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2715701" y="4955441"/>
            <a:ext cx="939614" cy="422459"/>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a:extLst>
              <a:ext uri="{FF2B5EF4-FFF2-40B4-BE49-F238E27FC236}">
                <a16:creationId xmlns:a16="http://schemas.microsoft.com/office/drawing/2014/main" id="{AFF0C261-E365-82AB-D812-3AF5C57B0F3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65270" y="795867"/>
            <a:ext cx="3682160" cy="1097209"/>
          </a:xfrm>
          <a:prstGeom prst="rect">
            <a:avLst/>
          </a:prstGeom>
        </p:spPr>
      </p:pic>
      <p:sp>
        <p:nvSpPr>
          <p:cNvPr id="4" name="Date Placeholder 3">
            <a:extLst>
              <a:ext uri="{FF2B5EF4-FFF2-40B4-BE49-F238E27FC236}">
                <a16:creationId xmlns:a16="http://schemas.microsoft.com/office/drawing/2014/main" id="{816D7EF9-D22B-99B8-08BF-98EC0E094C29}"/>
              </a:ext>
            </a:extLst>
          </p:cNvPr>
          <p:cNvSpPr>
            <a:spLocks noGrp="1"/>
          </p:cNvSpPr>
          <p:nvPr>
            <p:ph type="dt" sz="half" idx="10"/>
          </p:nvPr>
        </p:nvSpPr>
        <p:spPr/>
        <p:txBody>
          <a:bodyPr/>
          <a:lstStyle/>
          <a:p>
            <a:fld id="{6325FEFA-325D-4E29-8CE0-CC6B671EDD00}" type="datetime1">
              <a:rPr lang="nb-NO" smtClean="0"/>
              <a:pPr/>
              <a:t>16.10.2026</a:t>
            </a:fld>
            <a:endParaRPr lang="nb-NO" dirty="0"/>
          </a:p>
        </p:txBody>
      </p:sp>
      <p:sp>
        <p:nvSpPr>
          <p:cNvPr id="5" name="Slide Number Placeholder 4">
            <a:extLst>
              <a:ext uri="{FF2B5EF4-FFF2-40B4-BE49-F238E27FC236}">
                <a16:creationId xmlns:a16="http://schemas.microsoft.com/office/drawing/2014/main" id="{2EE61A67-D204-7B53-31E4-4D2566E86350}"/>
              </a:ext>
            </a:extLst>
          </p:cNvPr>
          <p:cNvSpPr>
            <a:spLocks noGrp="1"/>
          </p:cNvSpPr>
          <p:nvPr>
            <p:ph type="sldNum" sz="quarter" idx="11"/>
          </p:nvPr>
        </p:nvSpPr>
        <p:spPr/>
        <p:txBody>
          <a:bodyPr/>
          <a:lstStyle/>
          <a:p>
            <a:fld id="{261E7075-2C2A-48FB-BA64-2248520D9A0B}" type="slidenum">
              <a:rPr lang="nb-NO" smtClean="0"/>
              <a:pPr/>
              <a:t>‹#›</a:t>
            </a:fld>
            <a:endParaRPr lang="nb-NO"/>
          </a:p>
        </p:txBody>
      </p:sp>
      <p:pic>
        <p:nvPicPr>
          <p:cNvPr id="6" name="Picture 5">
            <a:extLst>
              <a:ext uri="{FF2B5EF4-FFF2-40B4-BE49-F238E27FC236}">
                <a16:creationId xmlns:a16="http://schemas.microsoft.com/office/drawing/2014/main" id="{7A4E3E0B-DEA5-8A24-5A02-3E6F49E867F7}"/>
              </a:ext>
            </a:extLst>
          </p:cNvPr>
          <p:cNvPicPr>
            <a:picLocks noChangeAspect="1"/>
          </p:cNvPicPr>
          <p:nvPr userDrawn="1"/>
        </p:nvPicPr>
        <p:blipFill>
          <a:blip r:embed="rId10"/>
          <a:stretch>
            <a:fillRect/>
          </a:stretch>
        </p:blipFill>
        <p:spPr>
          <a:xfrm>
            <a:off x="261905" y="259373"/>
            <a:ext cx="2572735" cy="536494"/>
          </a:xfrm>
          <a:prstGeom prst="rect">
            <a:avLst/>
          </a:prstGeom>
        </p:spPr>
      </p:pic>
    </p:spTree>
    <p:extLst>
      <p:ext uri="{BB962C8B-B14F-4D97-AF65-F5344CB8AC3E}">
        <p14:creationId xmlns:p14="http://schemas.microsoft.com/office/powerpoint/2010/main" val="10523570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3C915-A8FF-4DA4-B084-ADBF6BA6A613}"/>
              </a:ext>
            </a:extLst>
          </p:cNvPr>
          <p:cNvSpPr>
            <a:spLocks noGrp="1"/>
          </p:cNvSpPr>
          <p:nvPr>
            <p:ph type="ctrTitle"/>
          </p:nvPr>
        </p:nvSpPr>
        <p:spPr>
          <a:xfrm>
            <a:off x="1524000" y="2464560"/>
            <a:ext cx="9144000" cy="2387600"/>
          </a:xfrm>
          <a:solidFill>
            <a:schemeClr val="bg1">
              <a:alpha val="76000"/>
            </a:schemeClr>
          </a:solidFill>
        </p:spPr>
        <p:txBody>
          <a:bodyPr wrap="square" tIns="180000" bIns="252000" anchor="b"/>
          <a:lstStyle>
            <a:lvl1pPr algn="ctr">
              <a:defRPr sz="6000">
                <a:latin typeface="Calibri" panose="020F0502020204030204" pitchFamily="34" charset="0"/>
                <a:cs typeface="Calibri" panose="020F0502020204030204" pitchFamily="34" charset="0"/>
              </a:defRPr>
            </a:lvl1pPr>
          </a:lstStyle>
          <a:p>
            <a:r>
              <a:rPr lang="en-US" dirty="0"/>
              <a:t>Click to edit Master title style</a:t>
            </a:r>
            <a:endParaRPr lang="nb-NO" dirty="0"/>
          </a:p>
        </p:txBody>
      </p:sp>
      <p:sp>
        <p:nvSpPr>
          <p:cNvPr id="3" name="Subtitle 2">
            <a:extLst>
              <a:ext uri="{FF2B5EF4-FFF2-40B4-BE49-F238E27FC236}">
                <a16:creationId xmlns:a16="http://schemas.microsoft.com/office/drawing/2014/main" id="{4D7FDA84-E4B3-44EE-AE5F-8C129FABE4BC}"/>
              </a:ext>
            </a:extLst>
          </p:cNvPr>
          <p:cNvSpPr>
            <a:spLocks noGrp="1"/>
          </p:cNvSpPr>
          <p:nvPr>
            <p:ph type="subTitle" idx="1"/>
          </p:nvPr>
        </p:nvSpPr>
        <p:spPr>
          <a:xfrm>
            <a:off x="1524000" y="5053151"/>
            <a:ext cx="9144000" cy="622092"/>
          </a:xfrm>
          <a:solidFill>
            <a:schemeClr val="bg1">
              <a:alpha val="76000"/>
            </a:schemeClr>
          </a:solidFill>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6" name="Date Placeholder 5">
            <a:extLst>
              <a:ext uri="{FF2B5EF4-FFF2-40B4-BE49-F238E27FC236}">
                <a16:creationId xmlns:a16="http://schemas.microsoft.com/office/drawing/2014/main" id="{79FE549F-2C0A-4F1B-B983-8FCB8BD6CBF4}"/>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7" name="Slide Number Placeholder 6">
            <a:extLst>
              <a:ext uri="{FF2B5EF4-FFF2-40B4-BE49-F238E27FC236}">
                <a16:creationId xmlns:a16="http://schemas.microsoft.com/office/drawing/2014/main" id="{36504B3E-6C7F-4AC0-9FBA-6C2621AEAD8A}"/>
              </a:ext>
            </a:extLst>
          </p:cNvPr>
          <p:cNvSpPr>
            <a:spLocks noGrp="1"/>
          </p:cNvSpPr>
          <p:nvPr>
            <p:ph type="sldNum" sz="quarter" idx="11"/>
          </p:nvPr>
        </p:nvSpPr>
        <p:spPr>
          <a:xfrm>
            <a:off x="10779619" y="6486525"/>
            <a:ext cx="1228351" cy="365125"/>
          </a:xfrm>
          <a:prstGeom prst="rect">
            <a:avLst/>
          </a:prstGeom>
        </p:spPr>
        <p:txBody>
          <a:bodyPr/>
          <a:lstStyle/>
          <a:p>
            <a:fld id="{261E7075-2C2A-48FB-BA64-2248520D9A0B}" type="slidenum">
              <a:rPr lang="nb-NO" smtClean="0"/>
              <a:pPr/>
              <a:t>‹#›</a:t>
            </a:fld>
            <a:endParaRPr lang="nb-NO"/>
          </a:p>
        </p:txBody>
      </p:sp>
      <p:pic>
        <p:nvPicPr>
          <p:cNvPr id="4" name="Graphic 3">
            <a:extLst>
              <a:ext uri="{FF2B5EF4-FFF2-40B4-BE49-F238E27FC236}">
                <a16:creationId xmlns:a16="http://schemas.microsoft.com/office/drawing/2014/main" id="{4B5370B8-51CB-61BF-A666-B8F349755E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9" name="Picture 8">
            <a:extLst>
              <a:ext uri="{FF2B5EF4-FFF2-40B4-BE49-F238E27FC236}">
                <a16:creationId xmlns:a16="http://schemas.microsoft.com/office/drawing/2014/main" id="{388568F9-6E39-4492-C080-D68706A52406}"/>
              </a:ext>
            </a:extLst>
          </p:cNvPr>
          <p:cNvPicPr>
            <a:picLocks noChangeAspect="1"/>
          </p:cNvPicPr>
          <p:nvPr userDrawn="1"/>
        </p:nvPicPr>
        <p:blipFill>
          <a:blip r:embed="rId3"/>
          <a:stretch>
            <a:fillRect/>
          </a:stretch>
        </p:blipFill>
        <p:spPr>
          <a:xfrm>
            <a:off x="1209183" y="410600"/>
            <a:ext cx="2572735" cy="536494"/>
          </a:xfrm>
          <a:prstGeom prst="rect">
            <a:avLst/>
          </a:prstGeom>
        </p:spPr>
      </p:pic>
    </p:spTree>
    <p:extLst>
      <p:ext uri="{BB962C8B-B14F-4D97-AF65-F5344CB8AC3E}">
        <p14:creationId xmlns:p14="http://schemas.microsoft.com/office/powerpoint/2010/main" val="1707584683"/>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1880C-A4A4-4BB4-A50C-B40A10FDB4F5}"/>
              </a:ext>
            </a:extLst>
          </p:cNvPr>
          <p:cNvSpPr>
            <a:spLocks noGrp="1"/>
          </p:cNvSpPr>
          <p:nvPr>
            <p:ph type="title"/>
          </p:nvPr>
        </p:nvSpPr>
        <p:spPr>
          <a:xfrm>
            <a:off x="1071154" y="726510"/>
            <a:ext cx="9484204" cy="964178"/>
          </a:xfrm>
        </p:spPr>
        <p:txBody>
          <a:bodyPr>
            <a:normAutofit/>
          </a:bodyPr>
          <a:lstStyle>
            <a:lvl1pPr>
              <a:defRPr sz="3600" b="1"/>
            </a:lvl1pPr>
          </a:lstStyle>
          <a:p>
            <a:r>
              <a:rPr lang="en-US" noProof="0" dirty="0"/>
              <a:t>Click to edit Master title style</a:t>
            </a:r>
          </a:p>
        </p:txBody>
      </p:sp>
      <p:sp>
        <p:nvSpPr>
          <p:cNvPr id="3" name="Content Placeholder 2">
            <a:extLst>
              <a:ext uri="{FF2B5EF4-FFF2-40B4-BE49-F238E27FC236}">
                <a16:creationId xmlns:a16="http://schemas.microsoft.com/office/drawing/2014/main" id="{569E18D6-82F2-4BD3-827D-95E84C8A687D}"/>
              </a:ext>
            </a:extLst>
          </p:cNvPr>
          <p:cNvSpPr>
            <a:spLocks noGrp="1"/>
          </p:cNvSpPr>
          <p:nvPr>
            <p:ph idx="1"/>
          </p:nvPr>
        </p:nvSpPr>
        <p:spPr>
          <a:xfrm>
            <a:off x="1071153" y="2004164"/>
            <a:ext cx="10160064" cy="4172799"/>
          </a:xfrm>
        </p:spPr>
        <p:txBody>
          <a:bodyPr/>
          <a:lstStyle>
            <a:lvl1pPr>
              <a:defRPr sz="2400"/>
            </a:lvl1pPr>
            <a:lvl2pPr>
              <a:defRPr sz="2000"/>
            </a:lvl2pPr>
            <a:lvl3pPr>
              <a:defRPr sz="1800"/>
            </a:lvl3pPr>
            <a:lvl4pPr>
              <a:defRPr sz="16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Date Placeholder 8">
            <a:extLst>
              <a:ext uri="{FF2B5EF4-FFF2-40B4-BE49-F238E27FC236}">
                <a16:creationId xmlns:a16="http://schemas.microsoft.com/office/drawing/2014/main" id="{B3DB60B1-D1DC-4FBB-8B40-983F8FE8C9B7}"/>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10" name="Slide Number Placeholder 9">
            <a:extLst>
              <a:ext uri="{FF2B5EF4-FFF2-40B4-BE49-F238E27FC236}">
                <a16:creationId xmlns:a16="http://schemas.microsoft.com/office/drawing/2014/main" id="{72102A44-3621-47A4-A965-81DB6B67A0E5}"/>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4" name="Graphic 3">
            <a:extLst>
              <a:ext uri="{FF2B5EF4-FFF2-40B4-BE49-F238E27FC236}">
                <a16:creationId xmlns:a16="http://schemas.microsoft.com/office/drawing/2014/main" id="{B052D23E-949A-35E4-5545-D69DAE9DEE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5" name="Picture 4">
            <a:extLst>
              <a:ext uri="{FF2B5EF4-FFF2-40B4-BE49-F238E27FC236}">
                <a16:creationId xmlns:a16="http://schemas.microsoft.com/office/drawing/2014/main" id="{4EA6BA1C-E7CF-D6F1-DBE8-86975A8274C2}"/>
              </a:ext>
            </a:extLst>
          </p:cNvPr>
          <p:cNvPicPr>
            <a:picLocks noChangeAspect="1"/>
          </p:cNvPicPr>
          <p:nvPr userDrawn="1"/>
        </p:nvPicPr>
        <p:blipFill>
          <a:blip r:embed="rId3"/>
          <a:stretch>
            <a:fillRect/>
          </a:stretch>
        </p:blipFill>
        <p:spPr>
          <a:xfrm>
            <a:off x="547874" y="300308"/>
            <a:ext cx="2572735" cy="536494"/>
          </a:xfrm>
          <a:prstGeom prst="rect">
            <a:avLst/>
          </a:prstGeom>
        </p:spPr>
      </p:pic>
    </p:spTree>
    <p:extLst>
      <p:ext uri="{BB962C8B-B14F-4D97-AF65-F5344CB8AC3E}">
        <p14:creationId xmlns:p14="http://schemas.microsoft.com/office/powerpoint/2010/main" val="3868394609"/>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1880C-A4A4-4BB4-A50C-B40A10FDB4F5}"/>
              </a:ext>
            </a:extLst>
          </p:cNvPr>
          <p:cNvSpPr>
            <a:spLocks noGrp="1"/>
          </p:cNvSpPr>
          <p:nvPr>
            <p:ph type="title"/>
          </p:nvPr>
        </p:nvSpPr>
        <p:spPr>
          <a:xfrm>
            <a:off x="1071154" y="726510"/>
            <a:ext cx="9484204" cy="964178"/>
          </a:xfrm>
        </p:spPr>
        <p:txBody>
          <a:bodyPr>
            <a:normAutofit/>
          </a:bodyPr>
          <a:lstStyle>
            <a:lvl1pPr>
              <a:defRPr sz="3600" b="1"/>
            </a:lvl1pPr>
          </a:lstStyle>
          <a:p>
            <a:r>
              <a:rPr lang="en-US" noProof="0"/>
              <a:t>Click to edit Master title style</a:t>
            </a:r>
          </a:p>
        </p:txBody>
      </p:sp>
      <p:sp>
        <p:nvSpPr>
          <p:cNvPr id="3" name="Content Placeholder 2">
            <a:extLst>
              <a:ext uri="{FF2B5EF4-FFF2-40B4-BE49-F238E27FC236}">
                <a16:creationId xmlns:a16="http://schemas.microsoft.com/office/drawing/2014/main" id="{569E18D6-82F2-4BD3-827D-95E84C8A687D}"/>
              </a:ext>
            </a:extLst>
          </p:cNvPr>
          <p:cNvSpPr>
            <a:spLocks noGrp="1"/>
          </p:cNvSpPr>
          <p:nvPr>
            <p:ph idx="1"/>
          </p:nvPr>
        </p:nvSpPr>
        <p:spPr>
          <a:xfrm>
            <a:off x="1071153" y="2004164"/>
            <a:ext cx="9484205" cy="4172799"/>
          </a:xfrm>
        </p:spPr>
        <p:txBody>
          <a:bodyPr/>
          <a:lstStyle>
            <a:lvl1pPr>
              <a:defRPr sz="2400"/>
            </a:lvl1pPr>
            <a:lvl2pPr>
              <a:defRPr sz="2000"/>
            </a:lvl2pPr>
            <a:lvl3pPr>
              <a:defRPr sz="1800"/>
            </a:lvl3pPr>
            <a:lvl4pPr>
              <a:defRPr sz="16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Date Placeholder 7">
            <a:extLst>
              <a:ext uri="{FF2B5EF4-FFF2-40B4-BE49-F238E27FC236}">
                <a16:creationId xmlns:a16="http://schemas.microsoft.com/office/drawing/2014/main" id="{8981F812-14B8-410C-A3BD-B5CA56271DD1}"/>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9" name="Slide Number Placeholder 8">
            <a:extLst>
              <a:ext uri="{FF2B5EF4-FFF2-40B4-BE49-F238E27FC236}">
                <a16:creationId xmlns:a16="http://schemas.microsoft.com/office/drawing/2014/main" id="{F97BFEF5-6DEA-49AB-93F3-6346500EC350}"/>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4" name="Graphic 3">
            <a:extLst>
              <a:ext uri="{FF2B5EF4-FFF2-40B4-BE49-F238E27FC236}">
                <a16:creationId xmlns:a16="http://schemas.microsoft.com/office/drawing/2014/main" id="{15900E80-49C5-37DF-44A5-ACC14C9A8F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5" name="Picture 4">
            <a:extLst>
              <a:ext uri="{FF2B5EF4-FFF2-40B4-BE49-F238E27FC236}">
                <a16:creationId xmlns:a16="http://schemas.microsoft.com/office/drawing/2014/main" id="{BE126007-3C6D-5046-A27A-9B935318A8B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398" y="411162"/>
            <a:ext cx="2574290" cy="539750"/>
          </a:xfrm>
          <a:prstGeom prst="rect">
            <a:avLst/>
          </a:prstGeom>
        </p:spPr>
      </p:pic>
    </p:spTree>
    <p:extLst>
      <p:ext uri="{BB962C8B-B14F-4D97-AF65-F5344CB8AC3E}">
        <p14:creationId xmlns:p14="http://schemas.microsoft.com/office/powerpoint/2010/main" val="3887580502"/>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140E5B-9D31-4C7A-953B-CFCFDF6CB6F8}"/>
              </a:ext>
            </a:extLst>
          </p:cNvPr>
          <p:cNvSpPr/>
          <p:nvPr userDrawn="1"/>
        </p:nvSpPr>
        <p:spPr>
          <a:xfrm>
            <a:off x="-1" y="0"/>
            <a:ext cx="6706293" cy="6473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E651880C-A4A4-4BB4-A50C-B40A10FDB4F5}"/>
              </a:ext>
            </a:extLst>
          </p:cNvPr>
          <p:cNvSpPr>
            <a:spLocks noGrp="1"/>
          </p:cNvSpPr>
          <p:nvPr>
            <p:ph type="title"/>
          </p:nvPr>
        </p:nvSpPr>
        <p:spPr>
          <a:xfrm>
            <a:off x="1071153" y="726510"/>
            <a:ext cx="5355047" cy="964178"/>
          </a:xfrm>
        </p:spPr>
        <p:txBody>
          <a:bodyPr>
            <a:normAutofit/>
          </a:bodyPr>
          <a:lstStyle>
            <a:lvl1pPr>
              <a:defRPr sz="3600" b="1">
                <a:solidFill>
                  <a:schemeClr val="bg1"/>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569E18D6-82F2-4BD3-827D-95E84C8A687D}"/>
              </a:ext>
            </a:extLst>
          </p:cNvPr>
          <p:cNvSpPr>
            <a:spLocks noGrp="1"/>
          </p:cNvSpPr>
          <p:nvPr>
            <p:ph idx="1"/>
          </p:nvPr>
        </p:nvSpPr>
        <p:spPr>
          <a:xfrm>
            <a:off x="1071153" y="2004164"/>
            <a:ext cx="5037547" cy="4172799"/>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Date Placeholder 8">
            <a:extLst>
              <a:ext uri="{FF2B5EF4-FFF2-40B4-BE49-F238E27FC236}">
                <a16:creationId xmlns:a16="http://schemas.microsoft.com/office/drawing/2014/main" id="{AD32E566-EFDA-4467-B621-772E09211048}"/>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10" name="Slide Number Placeholder 9">
            <a:extLst>
              <a:ext uri="{FF2B5EF4-FFF2-40B4-BE49-F238E27FC236}">
                <a16:creationId xmlns:a16="http://schemas.microsoft.com/office/drawing/2014/main" id="{7B890528-D120-4011-85F1-0E3D64EE9D32}"/>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4" name="Graphic 3">
            <a:extLst>
              <a:ext uri="{FF2B5EF4-FFF2-40B4-BE49-F238E27FC236}">
                <a16:creationId xmlns:a16="http://schemas.microsoft.com/office/drawing/2014/main" id="{0CB59AFD-F5AA-96C5-E723-2685445E8D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5" name="Picture 4">
            <a:extLst>
              <a:ext uri="{FF2B5EF4-FFF2-40B4-BE49-F238E27FC236}">
                <a16:creationId xmlns:a16="http://schemas.microsoft.com/office/drawing/2014/main" id="{37E42F86-27E2-A582-F59A-7389A1A9590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06292" y="410600"/>
            <a:ext cx="2574290" cy="539750"/>
          </a:xfrm>
          <a:prstGeom prst="rect">
            <a:avLst/>
          </a:prstGeom>
        </p:spPr>
      </p:pic>
    </p:spTree>
    <p:extLst>
      <p:ext uri="{BB962C8B-B14F-4D97-AF65-F5344CB8AC3E}">
        <p14:creationId xmlns:p14="http://schemas.microsoft.com/office/powerpoint/2010/main" val="241511826"/>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EDBE-C8BB-4724-9671-2D9C1E08F02E}"/>
              </a:ext>
            </a:extLst>
          </p:cNvPr>
          <p:cNvSpPr>
            <a:spLocks noGrp="1"/>
          </p:cNvSpPr>
          <p:nvPr>
            <p:ph type="title"/>
          </p:nvPr>
        </p:nvSpPr>
        <p:spPr>
          <a:xfrm>
            <a:off x="838200" y="638827"/>
            <a:ext cx="9860280" cy="1051861"/>
          </a:xfrm>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B9C051B3-49D5-4C00-959A-BF2273469FF4}"/>
              </a:ext>
            </a:extLst>
          </p:cNvPr>
          <p:cNvSpPr>
            <a:spLocks noGrp="1"/>
          </p:cNvSpPr>
          <p:nvPr>
            <p:ph sz="half" idx="1"/>
          </p:nvPr>
        </p:nvSpPr>
        <p:spPr>
          <a:xfrm>
            <a:off x="838200" y="2010427"/>
            <a:ext cx="5181600" cy="416653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0967D5A2-14D7-4C16-A20F-53297D77A1D2}"/>
              </a:ext>
            </a:extLst>
          </p:cNvPr>
          <p:cNvSpPr>
            <a:spLocks noGrp="1"/>
          </p:cNvSpPr>
          <p:nvPr>
            <p:ph sz="half" idx="2"/>
          </p:nvPr>
        </p:nvSpPr>
        <p:spPr>
          <a:xfrm>
            <a:off x="6172200" y="2010427"/>
            <a:ext cx="5181600" cy="416653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1" name="Date Placeholder 10">
            <a:extLst>
              <a:ext uri="{FF2B5EF4-FFF2-40B4-BE49-F238E27FC236}">
                <a16:creationId xmlns:a16="http://schemas.microsoft.com/office/drawing/2014/main" id="{960D1087-F2E3-42DD-8640-4A1EBC6B325C}"/>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12" name="Slide Number Placeholder 11">
            <a:extLst>
              <a:ext uri="{FF2B5EF4-FFF2-40B4-BE49-F238E27FC236}">
                <a16:creationId xmlns:a16="http://schemas.microsoft.com/office/drawing/2014/main" id="{067DB9B0-7DA6-486C-8AC5-D3684DA46FE1}"/>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5" name="Graphic 4">
            <a:extLst>
              <a:ext uri="{FF2B5EF4-FFF2-40B4-BE49-F238E27FC236}">
                <a16:creationId xmlns:a16="http://schemas.microsoft.com/office/drawing/2014/main" id="{C56EC8EF-8F2C-7762-A834-F50C84B070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6" name="Picture 5">
            <a:extLst>
              <a:ext uri="{FF2B5EF4-FFF2-40B4-BE49-F238E27FC236}">
                <a16:creationId xmlns:a16="http://schemas.microsoft.com/office/drawing/2014/main" id="{0CF18B48-0942-11EB-A491-3D36F1CFA4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5224" y="49213"/>
            <a:ext cx="2574290" cy="539750"/>
          </a:xfrm>
          <a:prstGeom prst="rect">
            <a:avLst/>
          </a:prstGeom>
        </p:spPr>
      </p:pic>
    </p:spTree>
    <p:extLst>
      <p:ext uri="{BB962C8B-B14F-4D97-AF65-F5344CB8AC3E}">
        <p14:creationId xmlns:p14="http://schemas.microsoft.com/office/powerpoint/2010/main" val="61082711"/>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09E6-3D1C-49B6-884D-4E9F1E57E9C2}"/>
              </a:ext>
            </a:extLst>
          </p:cNvPr>
          <p:cNvSpPr>
            <a:spLocks noGrp="1"/>
          </p:cNvSpPr>
          <p:nvPr>
            <p:ph type="title"/>
          </p:nvPr>
        </p:nvSpPr>
        <p:spPr>
          <a:xfrm>
            <a:off x="839788" y="655609"/>
            <a:ext cx="9357760" cy="1009201"/>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35477FD4-54D9-4F97-8705-41D9F56A0F8E}"/>
              </a:ext>
            </a:extLst>
          </p:cNvPr>
          <p:cNvSpPr>
            <a:spLocks noGrp="1"/>
          </p:cNvSpPr>
          <p:nvPr>
            <p:ph type="body" idx="1"/>
          </p:nvPr>
        </p:nvSpPr>
        <p:spPr>
          <a:xfrm>
            <a:off x="839788" y="1802921"/>
            <a:ext cx="5157787" cy="70215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9CB18D1-BBD9-4349-AEA6-47A2A55F61D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1B7A5C0-D710-440E-8F37-3F43092255FB}"/>
              </a:ext>
            </a:extLst>
          </p:cNvPr>
          <p:cNvSpPr>
            <a:spLocks noGrp="1"/>
          </p:cNvSpPr>
          <p:nvPr>
            <p:ph type="body" sz="quarter" idx="3"/>
          </p:nvPr>
        </p:nvSpPr>
        <p:spPr>
          <a:xfrm>
            <a:off x="6172200" y="1802921"/>
            <a:ext cx="5183188" cy="70215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6C5370C-9FCA-4C42-A1D1-0997E95F49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3" name="Date Placeholder 12">
            <a:extLst>
              <a:ext uri="{FF2B5EF4-FFF2-40B4-BE49-F238E27FC236}">
                <a16:creationId xmlns:a16="http://schemas.microsoft.com/office/drawing/2014/main" id="{7D4008BA-0B65-4B44-A2A5-3C709B7A06CB}"/>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14" name="Slide Number Placeholder 13">
            <a:extLst>
              <a:ext uri="{FF2B5EF4-FFF2-40B4-BE49-F238E27FC236}">
                <a16:creationId xmlns:a16="http://schemas.microsoft.com/office/drawing/2014/main" id="{EDF3BC45-4273-4CDA-A02F-EB7FACED925E}"/>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7" name="Graphic 6">
            <a:extLst>
              <a:ext uri="{FF2B5EF4-FFF2-40B4-BE49-F238E27FC236}">
                <a16:creationId xmlns:a16="http://schemas.microsoft.com/office/drawing/2014/main" id="{323D384B-7797-DA15-7B81-5296CE8F2A1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8" name="Picture 7">
            <a:extLst>
              <a:ext uri="{FF2B5EF4-FFF2-40B4-BE49-F238E27FC236}">
                <a16:creationId xmlns:a16="http://schemas.microsoft.com/office/drawing/2014/main" id="{FC751283-3E3B-A1D2-7A87-8593D3831C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2605" y="34657"/>
            <a:ext cx="2574290" cy="539750"/>
          </a:xfrm>
          <a:prstGeom prst="rect">
            <a:avLst/>
          </a:prstGeom>
        </p:spPr>
      </p:pic>
    </p:spTree>
    <p:extLst>
      <p:ext uri="{BB962C8B-B14F-4D97-AF65-F5344CB8AC3E}">
        <p14:creationId xmlns:p14="http://schemas.microsoft.com/office/powerpoint/2010/main" val="2482551918"/>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CB963-2AEB-4008-8770-21C0D35D5CE0}"/>
              </a:ext>
            </a:extLst>
          </p:cNvPr>
          <p:cNvSpPr>
            <a:spLocks noGrp="1"/>
          </p:cNvSpPr>
          <p:nvPr>
            <p:ph type="title"/>
          </p:nvPr>
        </p:nvSpPr>
        <p:spPr>
          <a:xfrm>
            <a:off x="966650" y="695194"/>
            <a:ext cx="10387149" cy="995493"/>
          </a:xfrm>
        </p:spPr>
        <p:txBody>
          <a:bodyPr/>
          <a:lstStyle/>
          <a:p>
            <a:r>
              <a:rPr lang="en-US"/>
              <a:t>Click to edit Master title style</a:t>
            </a:r>
            <a:endParaRPr lang="nb-NO"/>
          </a:p>
        </p:txBody>
      </p:sp>
      <p:sp>
        <p:nvSpPr>
          <p:cNvPr id="9" name="Date Placeholder 8">
            <a:extLst>
              <a:ext uri="{FF2B5EF4-FFF2-40B4-BE49-F238E27FC236}">
                <a16:creationId xmlns:a16="http://schemas.microsoft.com/office/drawing/2014/main" id="{A3CADCF5-2612-4C83-91A1-0EF5854068F3}"/>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10" name="Slide Number Placeholder 9">
            <a:extLst>
              <a:ext uri="{FF2B5EF4-FFF2-40B4-BE49-F238E27FC236}">
                <a16:creationId xmlns:a16="http://schemas.microsoft.com/office/drawing/2014/main" id="{F31153ED-4DF1-4ADD-99AF-291156933C9D}"/>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3" name="Graphic 2">
            <a:extLst>
              <a:ext uri="{FF2B5EF4-FFF2-40B4-BE49-F238E27FC236}">
                <a16:creationId xmlns:a16="http://schemas.microsoft.com/office/drawing/2014/main" id="{A7019D5B-CFC0-0337-CE6C-189FBDF0D8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4" name="Picture 3">
            <a:extLst>
              <a:ext uri="{FF2B5EF4-FFF2-40B4-BE49-F238E27FC236}">
                <a16:creationId xmlns:a16="http://schemas.microsoft.com/office/drawing/2014/main" id="{248B1F6C-A5D0-26B2-35F0-A02A2D7CED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2578" y="155444"/>
            <a:ext cx="2574290" cy="539750"/>
          </a:xfrm>
          <a:prstGeom prst="rect">
            <a:avLst/>
          </a:prstGeom>
        </p:spPr>
      </p:pic>
    </p:spTree>
    <p:extLst>
      <p:ext uri="{BB962C8B-B14F-4D97-AF65-F5344CB8AC3E}">
        <p14:creationId xmlns:p14="http://schemas.microsoft.com/office/powerpoint/2010/main" val="1131177518"/>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67E71D54-A323-4B1E-91AF-10962881036D}"/>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9" name="Slide Number Placeholder 8">
            <a:extLst>
              <a:ext uri="{FF2B5EF4-FFF2-40B4-BE49-F238E27FC236}">
                <a16:creationId xmlns:a16="http://schemas.microsoft.com/office/drawing/2014/main" id="{04DD1CB7-0B06-493B-9901-6B085D7413C9}"/>
              </a:ext>
            </a:extLst>
          </p:cNvPr>
          <p:cNvSpPr>
            <a:spLocks noGrp="1"/>
          </p:cNvSpPr>
          <p:nvPr>
            <p:ph type="sldNum" sz="quarter" idx="11"/>
          </p:nvPr>
        </p:nvSpPr>
        <p:spPr>
          <a:xfrm>
            <a:off x="10705384" y="6492874"/>
            <a:ext cx="1486616" cy="365125"/>
          </a:xfrm>
          <a:prstGeom prst="rect">
            <a:avLst/>
          </a:prstGeom>
        </p:spPr>
        <p:txBody>
          <a:bodyPr/>
          <a:lstStyle/>
          <a:p>
            <a:fld id="{261E7075-2C2A-48FB-BA64-2248520D9A0B}" type="slidenum">
              <a:rPr lang="nb-NO" smtClean="0"/>
              <a:pPr/>
              <a:t>‹#›</a:t>
            </a:fld>
            <a:endParaRPr lang="nb-NO"/>
          </a:p>
        </p:txBody>
      </p:sp>
      <p:pic>
        <p:nvPicPr>
          <p:cNvPr id="2" name="Graphic 1">
            <a:extLst>
              <a:ext uri="{FF2B5EF4-FFF2-40B4-BE49-F238E27FC236}">
                <a16:creationId xmlns:a16="http://schemas.microsoft.com/office/drawing/2014/main" id="{72838DBF-ADD2-0894-5F04-0FB631542C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44841" y="410600"/>
            <a:ext cx="1694581" cy="453600"/>
          </a:xfrm>
          <a:prstGeom prst="rect">
            <a:avLst/>
          </a:prstGeom>
        </p:spPr>
      </p:pic>
      <p:pic>
        <p:nvPicPr>
          <p:cNvPr id="3" name="Picture 2">
            <a:extLst>
              <a:ext uri="{FF2B5EF4-FFF2-40B4-BE49-F238E27FC236}">
                <a16:creationId xmlns:a16="http://schemas.microsoft.com/office/drawing/2014/main" id="{AAA6EB96-A89A-4377-721D-D226DF0E996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5748" y="410600"/>
            <a:ext cx="2574290" cy="539750"/>
          </a:xfrm>
          <a:prstGeom prst="rect">
            <a:avLst/>
          </a:prstGeom>
        </p:spPr>
      </p:pic>
    </p:spTree>
    <p:extLst>
      <p:ext uri="{BB962C8B-B14F-4D97-AF65-F5344CB8AC3E}">
        <p14:creationId xmlns:p14="http://schemas.microsoft.com/office/powerpoint/2010/main" val="2921165954"/>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DFB0D7-A7FD-1A42-A5B1-22DBBCBDA41C}"/>
              </a:ext>
            </a:extLst>
          </p:cNvPr>
          <p:cNvSpPr>
            <a:spLocks noGrp="1"/>
          </p:cNvSpPr>
          <p:nvPr>
            <p:ph type="ctrTitle" hasCustomPrompt="1"/>
          </p:nvPr>
        </p:nvSpPr>
        <p:spPr>
          <a:xfrm>
            <a:off x="2834640" y="2808548"/>
            <a:ext cx="6522720" cy="999744"/>
          </a:xfrm>
          <a:prstGeom prst="rect">
            <a:avLst/>
          </a:prstGeom>
        </p:spPr>
        <p:txBody>
          <a:bodyPr anchor="t">
            <a:normAutofit/>
          </a:bodyPr>
          <a:lstStyle>
            <a:lvl1pPr algn="ctr">
              <a:defRPr sz="4000" b="0" i="0">
                <a:solidFill>
                  <a:srgbClr val="003969"/>
                </a:solidFill>
                <a:latin typeface="+mn-lt"/>
                <a:cs typeface="Arial" panose="020B0604020202020204" pitchFamily="34" charset="0"/>
              </a:defRPr>
            </a:lvl1pPr>
          </a:lstStyle>
          <a:p>
            <a:r>
              <a:rPr lang="en-US" dirty="0"/>
              <a:t>THANK YOU</a:t>
            </a:r>
            <a:endParaRPr lang="ru-RU" dirty="0"/>
          </a:p>
        </p:txBody>
      </p:sp>
      <p:pic>
        <p:nvPicPr>
          <p:cNvPr id="4" name="Graphic 3">
            <a:extLst>
              <a:ext uri="{FF2B5EF4-FFF2-40B4-BE49-F238E27FC236}">
                <a16:creationId xmlns:a16="http://schemas.microsoft.com/office/drawing/2014/main" id="{3CB7E3E4-9E33-4B64-F474-9DF231F1D0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54920" y="4173837"/>
            <a:ext cx="3682160" cy="1097209"/>
          </a:xfrm>
          <a:prstGeom prst="rect">
            <a:avLst/>
          </a:prstGeom>
        </p:spPr>
      </p:pic>
      <p:sp>
        <p:nvSpPr>
          <p:cNvPr id="3" name="Rectangle 2">
            <a:extLst>
              <a:ext uri="{FF2B5EF4-FFF2-40B4-BE49-F238E27FC236}">
                <a16:creationId xmlns:a16="http://schemas.microsoft.com/office/drawing/2014/main" id="{5AB5057C-97EC-418A-30A8-C6869E931657}"/>
              </a:ext>
            </a:extLst>
          </p:cNvPr>
          <p:cNvSpPr/>
          <p:nvPr userDrawn="1"/>
        </p:nvSpPr>
        <p:spPr>
          <a:xfrm>
            <a:off x="10069158" y="290456"/>
            <a:ext cx="1850315" cy="6347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5" name="Picture 4">
            <a:extLst>
              <a:ext uri="{FF2B5EF4-FFF2-40B4-BE49-F238E27FC236}">
                <a16:creationId xmlns:a16="http://schemas.microsoft.com/office/drawing/2014/main" id="{DCD623E4-7427-9C43-1472-F48C04CA86B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2527" y="337932"/>
            <a:ext cx="2574290" cy="539750"/>
          </a:xfrm>
          <a:prstGeom prst="rect">
            <a:avLst/>
          </a:prstGeom>
        </p:spPr>
      </p:pic>
    </p:spTree>
    <p:extLst>
      <p:ext uri="{BB962C8B-B14F-4D97-AF65-F5344CB8AC3E}">
        <p14:creationId xmlns:p14="http://schemas.microsoft.com/office/powerpoint/2010/main" val="7723009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D9F9B4-00E8-4AD9-87DD-441274D60960}"/>
              </a:ext>
            </a:extLst>
          </p:cNvPr>
          <p:cNvSpPr/>
          <p:nvPr userDrawn="1"/>
        </p:nvSpPr>
        <p:spPr>
          <a:xfrm>
            <a:off x="1492370" y="6473917"/>
            <a:ext cx="9213011" cy="384083"/>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ctangle 8">
            <a:extLst>
              <a:ext uri="{FF2B5EF4-FFF2-40B4-BE49-F238E27FC236}">
                <a16:creationId xmlns:a16="http://schemas.microsoft.com/office/drawing/2014/main" id="{74A2DD13-2FCA-4751-9A69-B095528D7AC0}"/>
              </a:ext>
            </a:extLst>
          </p:cNvPr>
          <p:cNvSpPr/>
          <p:nvPr userDrawn="1"/>
        </p:nvSpPr>
        <p:spPr>
          <a:xfrm>
            <a:off x="1" y="6473917"/>
            <a:ext cx="1492369" cy="38408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F821DC8F-B0A9-4A75-961F-2473B5851771}"/>
              </a:ext>
            </a:extLst>
          </p:cNvPr>
          <p:cNvSpPr/>
          <p:nvPr userDrawn="1"/>
        </p:nvSpPr>
        <p:spPr>
          <a:xfrm>
            <a:off x="10706161" y="6473916"/>
            <a:ext cx="1486615" cy="38408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Placeholder 1">
            <a:extLst>
              <a:ext uri="{FF2B5EF4-FFF2-40B4-BE49-F238E27FC236}">
                <a16:creationId xmlns:a16="http://schemas.microsoft.com/office/drawing/2014/main" id="{52AC92E3-C776-4EB0-863D-936F0718A49C}"/>
              </a:ext>
            </a:extLst>
          </p:cNvPr>
          <p:cNvSpPr>
            <a:spLocks noGrp="1"/>
          </p:cNvSpPr>
          <p:nvPr>
            <p:ph type="title"/>
          </p:nvPr>
        </p:nvSpPr>
        <p:spPr>
          <a:xfrm>
            <a:off x="1061654" y="726511"/>
            <a:ext cx="10308771" cy="964178"/>
          </a:xfrm>
          <a:prstGeom prst="rect">
            <a:avLst/>
          </a:prstGeom>
        </p:spPr>
        <p:txBody>
          <a:bodyPr vert="horz" lIns="91440" tIns="45720" rIns="91440" bIns="45720" rtlCol="0" anchor="ctr">
            <a:normAutofit/>
          </a:bodyPr>
          <a:lstStyle/>
          <a:p>
            <a:r>
              <a:rPr lang="en-US" noProof="0" dirty="0"/>
              <a:t>Click to edit Master title style</a:t>
            </a:r>
          </a:p>
        </p:txBody>
      </p:sp>
      <p:sp>
        <p:nvSpPr>
          <p:cNvPr id="3" name="Text Placeholder 2">
            <a:extLst>
              <a:ext uri="{FF2B5EF4-FFF2-40B4-BE49-F238E27FC236}">
                <a16:creationId xmlns:a16="http://schemas.microsoft.com/office/drawing/2014/main" id="{F8348819-9800-44F2-B76F-9497516AFD32}"/>
              </a:ext>
            </a:extLst>
          </p:cNvPr>
          <p:cNvSpPr>
            <a:spLocks noGrp="1"/>
          </p:cNvSpPr>
          <p:nvPr>
            <p:ph type="body" idx="1"/>
          </p:nvPr>
        </p:nvSpPr>
        <p:spPr>
          <a:xfrm>
            <a:off x="1061654" y="2004165"/>
            <a:ext cx="10308771" cy="4172798"/>
          </a:xfrm>
          <a:prstGeom prst="rect">
            <a:avLst/>
          </a:prstGeom>
        </p:spPr>
        <p:txBody>
          <a:bodyPr vert="horz" lIns="91440" tIns="45720" rIns="91440" bIns="4572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Date Placeholder 3">
            <a:extLst>
              <a:ext uri="{FF2B5EF4-FFF2-40B4-BE49-F238E27FC236}">
                <a16:creationId xmlns:a16="http://schemas.microsoft.com/office/drawing/2014/main" id="{E50E9A67-FA07-4F14-8322-0EC0C100304A}"/>
              </a:ext>
            </a:extLst>
          </p:cNvPr>
          <p:cNvSpPr>
            <a:spLocks noGrp="1"/>
          </p:cNvSpPr>
          <p:nvPr>
            <p:ph type="dt" sz="half" idx="2"/>
          </p:nvPr>
        </p:nvSpPr>
        <p:spPr>
          <a:xfrm>
            <a:off x="0" y="6486525"/>
            <a:ext cx="1492369" cy="365125"/>
          </a:xfrm>
          <a:prstGeom prst="rect">
            <a:avLst/>
          </a:prstGeom>
        </p:spPr>
        <p:txBody>
          <a:bodyPr vert="horz" lIns="91440" tIns="45720" rIns="91440" bIns="45720" rtlCol="0" anchor="ctr"/>
          <a:lstStyle>
            <a:lvl1pPr algn="ctr">
              <a:defRPr sz="1000">
                <a:solidFill>
                  <a:schemeClr val="bg1"/>
                </a:solidFill>
              </a:defRPr>
            </a:lvl1pPr>
          </a:lstStyle>
          <a:p>
            <a:fld id="{6325FEFA-325D-4E29-8CE0-CC6B671EDD00}" type="datetime1">
              <a:rPr lang="nb-NO" smtClean="0"/>
              <a:pPr/>
              <a:t>16.10.2026</a:t>
            </a:fld>
            <a:endParaRPr lang="nb-NO" dirty="0"/>
          </a:p>
        </p:txBody>
      </p:sp>
      <p:sp>
        <p:nvSpPr>
          <p:cNvPr id="4" name="Slide Number Placeholder 5">
            <a:extLst>
              <a:ext uri="{FF2B5EF4-FFF2-40B4-BE49-F238E27FC236}">
                <a16:creationId xmlns:a16="http://schemas.microsoft.com/office/drawing/2014/main" id="{30425675-C80B-C4B9-8591-8C87CDD6A7D3}"/>
              </a:ext>
            </a:extLst>
          </p:cNvPr>
          <p:cNvSpPr>
            <a:spLocks noGrp="1"/>
          </p:cNvSpPr>
          <p:nvPr>
            <p:ph type="sldNum" sz="quarter" idx="4"/>
          </p:nvPr>
        </p:nvSpPr>
        <p:spPr>
          <a:xfrm>
            <a:off x="10705384" y="6492874"/>
            <a:ext cx="1486616" cy="365126"/>
          </a:xfrm>
          <a:prstGeom prst="rect">
            <a:avLst/>
          </a:prstGeom>
        </p:spPr>
        <p:txBody>
          <a:bodyPr vert="horz" lIns="91440" tIns="45720" rIns="91440" bIns="45720" rtlCol="0" anchor="ctr"/>
          <a:lstStyle>
            <a:lvl1pPr algn="ctr">
              <a:defRPr sz="1000">
                <a:solidFill>
                  <a:schemeClr val="bg1"/>
                </a:solidFill>
              </a:defRPr>
            </a:lvl1pPr>
          </a:lstStyle>
          <a:p>
            <a:fld id="{261E7075-2C2A-48FB-BA64-2248520D9A0B}" type="slidenum">
              <a:rPr lang="nb-NO" smtClean="0"/>
              <a:pPr/>
              <a:t>‹#›</a:t>
            </a:fld>
            <a:endParaRPr lang="nb-NO"/>
          </a:p>
        </p:txBody>
      </p:sp>
      <p:sp>
        <p:nvSpPr>
          <p:cNvPr id="5" name="Text Placeholder 10">
            <a:extLst>
              <a:ext uri="{FF2B5EF4-FFF2-40B4-BE49-F238E27FC236}">
                <a16:creationId xmlns:a16="http://schemas.microsoft.com/office/drawing/2014/main" id="{E117757A-D23A-0D03-D363-64A7B47B8928}"/>
              </a:ext>
            </a:extLst>
          </p:cNvPr>
          <p:cNvSpPr txBox="1">
            <a:spLocks/>
          </p:cNvSpPr>
          <p:nvPr userDrawn="1"/>
        </p:nvSpPr>
        <p:spPr>
          <a:xfrm>
            <a:off x="1499674" y="6480765"/>
            <a:ext cx="9206484" cy="384084"/>
          </a:xfrm>
          <a:prstGeom prst="rect">
            <a:avLst/>
          </a:prstGeom>
          <a:solidFill>
            <a:schemeClr val="bg1"/>
          </a:solidFill>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100" dirty="0"/>
              <a:t>The SUREWAVE project is Funded by the European Union with GA No. 101083342. Views and opinions expressed are however those of the author(s) only and do not necessarily reflect those of the European Union. Neither the European Union nor the granting authority can be held responsible for them </a:t>
            </a:r>
            <a:endParaRPr lang="en-US" sz="1100" dirty="0"/>
          </a:p>
        </p:txBody>
      </p:sp>
    </p:spTree>
    <p:extLst>
      <p:ext uri="{BB962C8B-B14F-4D97-AF65-F5344CB8AC3E}">
        <p14:creationId xmlns:p14="http://schemas.microsoft.com/office/powerpoint/2010/main" val="3568394901"/>
      </p:ext>
    </p:extLst>
  </p:cSld>
  <p:clrMap bg1="lt1" tx1="dk1" bg2="lt2" tx2="dk2" accent1="accent1" accent2="accent2" accent3="accent3" accent4="accent4" accent5="accent5" accent6="accent6" hlink="hlink" folHlink="folHlink"/>
  <p:sldLayoutIdLst>
    <p:sldLayoutId id="214748368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ransition spd="slow">
    <p:wipe dir="r"/>
  </p:transition>
  <p:hf hdr="0"/>
  <p:txStyles>
    <p:titleStyle>
      <a:lvl1pPr algn="l" defTabSz="914400" rtl="0" eaLnBrk="1" latinLnBrk="0" hangingPunct="1">
        <a:lnSpc>
          <a:spcPct val="90000"/>
        </a:lnSpc>
        <a:spcBef>
          <a:spcPct val="0"/>
        </a:spcBef>
        <a:buNone/>
        <a:defRPr sz="3600" b="1" kern="1200">
          <a:solidFill>
            <a:schemeClr val="tx2"/>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670B6-6D33-F642-9830-1A66D9FF7528}"/>
              </a:ext>
            </a:extLst>
          </p:cNvPr>
          <p:cNvSpPr>
            <a:spLocks noGrp="1"/>
          </p:cNvSpPr>
          <p:nvPr>
            <p:ph type="ctrTitle"/>
          </p:nvPr>
        </p:nvSpPr>
        <p:spPr/>
        <p:txBody>
          <a:bodyPr/>
          <a:lstStyle/>
          <a:p>
            <a:r>
              <a:rPr lang="nb-NO" dirty="0">
                <a:highlight>
                  <a:srgbClr val="FFFF00"/>
                </a:highlight>
                <a:cs typeface="Arial"/>
              </a:rPr>
              <a:t>WP XX </a:t>
            </a:r>
            <a:r>
              <a:rPr lang="nb-NO" b="0" dirty="0">
                <a:solidFill>
                  <a:srgbClr val="000000"/>
                </a:solidFill>
                <a:highlight>
                  <a:srgbClr val="FFFF00"/>
                </a:highlight>
                <a:cs typeface="Calibri"/>
              </a:rPr>
              <a:t>[</a:t>
            </a:r>
            <a:r>
              <a:rPr lang="nb-NO" err="1">
                <a:highlight>
                  <a:srgbClr val="FFFF00"/>
                </a:highlight>
                <a:cs typeface="Arial"/>
              </a:rPr>
              <a:t>name</a:t>
            </a:r>
            <a:r>
              <a:rPr lang="nb-NO" b="0" dirty="0">
                <a:solidFill>
                  <a:srgbClr val="000000"/>
                </a:solidFill>
                <a:highlight>
                  <a:srgbClr val="FFFF00"/>
                </a:highlight>
                <a:cs typeface="Calibri"/>
              </a:rPr>
              <a:t>]</a:t>
            </a:r>
            <a:r>
              <a:rPr lang="nb-NO" dirty="0">
                <a:highlight>
                  <a:srgbClr val="FFFF00"/>
                </a:highlight>
                <a:cs typeface="Arial"/>
              </a:rPr>
              <a:t> </a:t>
            </a:r>
            <a:r>
              <a:rPr lang="nb-NO" dirty="0">
                <a:cs typeface="Arial"/>
              </a:rPr>
              <a:t> </a:t>
            </a:r>
            <a:endParaRPr lang="nb-NO" dirty="0"/>
          </a:p>
        </p:txBody>
      </p:sp>
      <p:sp>
        <p:nvSpPr>
          <p:cNvPr id="3" name="Subtitle 2">
            <a:extLst>
              <a:ext uri="{FF2B5EF4-FFF2-40B4-BE49-F238E27FC236}">
                <a16:creationId xmlns:a16="http://schemas.microsoft.com/office/drawing/2014/main" id="{BA172165-E643-A9C9-EE48-911741A29C6B}"/>
              </a:ext>
            </a:extLst>
          </p:cNvPr>
          <p:cNvSpPr>
            <a:spLocks noGrp="1"/>
          </p:cNvSpPr>
          <p:nvPr>
            <p:ph type="subTitle" idx="1"/>
          </p:nvPr>
        </p:nvSpPr>
        <p:spPr/>
        <p:txBody>
          <a:bodyPr vert="horz" lIns="91440" tIns="45720" rIns="91440" bIns="45720" rtlCol="0" anchor="t">
            <a:normAutofit/>
          </a:bodyPr>
          <a:lstStyle/>
          <a:p>
            <a:r>
              <a:rPr lang="nb-NO" dirty="0">
                <a:cs typeface="Arial"/>
              </a:rPr>
              <a:t>First </a:t>
            </a:r>
            <a:r>
              <a:rPr lang="nb-NO" dirty="0" err="1">
                <a:cs typeface="Arial"/>
              </a:rPr>
              <a:t>Periodic</a:t>
            </a:r>
            <a:r>
              <a:rPr lang="nb-NO" dirty="0">
                <a:cs typeface="Arial"/>
              </a:rPr>
              <a:t> </a:t>
            </a:r>
            <a:r>
              <a:rPr lang="nb-NO" dirty="0" err="1">
                <a:cs typeface="Arial"/>
              </a:rPr>
              <a:t>Review</a:t>
            </a:r>
            <a:r>
              <a:rPr lang="nb-NO" dirty="0">
                <a:cs typeface="Arial"/>
              </a:rPr>
              <a:t> Meeting, Remote – June 4, 2024</a:t>
            </a:r>
            <a:endParaRPr lang="nb-NO" dirty="0"/>
          </a:p>
        </p:txBody>
      </p:sp>
      <p:sp>
        <p:nvSpPr>
          <p:cNvPr id="4" name="TextBox 3">
            <a:extLst>
              <a:ext uri="{FF2B5EF4-FFF2-40B4-BE49-F238E27FC236}">
                <a16:creationId xmlns:a16="http://schemas.microsoft.com/office/drawing/2014/main" id="{9680FC11-D55D-6FE9-6302-BDA6CC066480}"/>
              </a:ext>
            </a:extLst>
          </p:cNvPr>
          <p:cNvSpPr txBox="1"/>
          <p:nvPr/>
        </p:nvSpPr>
        <p:spPr>
          <a:xfrm>
            <a:off x="8229599" y="419099"/>
            <a:ext cx="32861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cs typeface="Calibri"/>
              </a:rPr>
              <a:t>NOTE: There is a strict 12 min time limit for presentations</a:t>
            </a:r>
            <a:endParaRPr lang="en-US" dirty="0"/>
          </a:p>
          <a:p>
            <a:r>
              <a:rPr lang="en-US" dirty="0">
                <a:solidFill>
                  <a:srgbClr val="FF0000"/>
                </a:solidFill>
                <a:cs typeface="Calibri"/>
              </a:rPr>
              <a:t>P.S. Delete this box</a:t>
            </a:r>
            <a:endParaRPr lang="en-US" dirty="0"/>
          </a:p>
          <a:p>
            <a:pPr algn="l"/>
            <a:endParaRPr lang="en-US" dirty="0">
              <a:cs typeface="Calibri"/>
            </a:endParaRPr>
          </a:p>
        </p:txBody>
      </p:sp>
    </p:spTree>
    <p:extLst>
      <p:ext uri="{BB962C8B-B14F-4D97-AF65-F5344CB8AC3E}">
        <p14:creationId xmlns:p14="http://schemas.microsoft.com/office/powerpoint/2010/main" val="29112763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BE194-3CD5-13C7-602C-62D33EA4D402}"/>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solidFill>
                  <a:srgbClr val="26658C"/>
                </a:solidFill>
                <a:cs typeface="Calibri"/>
              </a:rPr>
              <a:t>X</a:t>
            </a:r>
            <a:r>
              <a:rPr lang="nb-NO" sz="4000" b="0" dirty="0">
                <a:solidFill>
                  <a:srgbClr val="000000"/>
                </a:solidFill>
                <a:cs typeface="Calibri"/>
              </a:rPr>
              <a:t>] </a:t>
            </a:r>
            <a:r>
              <a:rPr lang="nb-NO" dirty="0">
                <a:cs typeface="Calibri"/>
              </a:rPr>
              <a:t>– </a:t>
            </a:r>
            <a:r>
              <a:rPr lang="nb-NO" dirty="0" err="1">
                <a:cs typeface="Calibri"/>
              </a:rPr>
              <a:t>Overview</a:t>
            </a:r>
            <a:r>
              <a:rPr lang="nb-NO" dirty="0">
                <a:cs typeface="Calibri"/>
              </a:rPr>
              <a:t> and </a:t>
            </a:r>
            <a:r>
              <a:rPr lang="nb-NO" dirty="0" err="1">
                <a:cs typeface="Calibri"/>
              </a:rPr>
              <a:t>objectives</a:t>
            </a:r>
            <a:endParaRPr lang="nb-NO" dirty="0" err="1"/>
          </a:p>
        </p:txBody>
      </p:sp>
      <p:sp>
        <p:nvSpPr>
          <p:cNvPr id="3" name="Content Placeholder 2">
            <a:extLst>
              <a:ext uri="{FF2B5EF4-FFF2-40B4-BE49-F238E27FC236}">
                <a16:creationId xmlns:a16="http://schemas.microsoft.com/office/drawing/2014/main" id="{A042748F-7F8A-E30D-D580-79943F985CD0}"/>
              </a:ext>
            </a:extLst>
          </p:cNvPr>
          <p:cNvSpPr>
            <a:spLocks noGrp="1"/>
          </p:cNvSpPr>
          <p:nvPr>
            <p:ph idx="1"/>
          </p:nvPr>
        </p:nvSpPr>
        <p:spPr/>
        <p:txBody>
          <a:bodyPr vert="horz" lIns="91440" tIns="45720" rIns="91440" bIns="45720" rtlCol="0" anchor="t">
            <a:normAutofit/>
          </a:bodyPr>
          <a:lstStyle/>
          <a:p>
            <a:pPr marL="0" indent="0">
              <a:buNone/>
            </a:pPr>
            <a:r>
              <a:rPr lang="nb-NO" dirty="0">
                <a:solidFill>
                  <a:srgbClr val="000000"/>
                </a:solidFill>
                <a:cs typeface="Calibri"/>
              </a:rPr>
              <a:t>[</a:t>
            </a:r>
            <a:r>
              <a:rPr lang="nb-NO" b="1" err="1">
                <a:solidFill>
                  <a:srgbClr val="26658C"/>
                </a:solidFill>
                <a:cs typeface="Calibri"/>
              </a:rPr>
              <a:t>What</a:t>
            </a:r>
            <a:r>
              <a:rPr lang="nb-NO" b="1" dirty="0">
                <a:solidFill>
                  <a:srgbClr val="26658C"/>
                </a:solidFill>
                <a:cs typeface="Calibri"/>
              </a:rPr>
              <a:t> is </a:t>
            </a:r>
            <a:r>
              <a:rPr lang="nb-NO" b="1" err="1">
                <a:solidFill>
                  <a:srgbClr val="26658C"/>
                </a:solidFill>
                <a:cs typeface="Calibri"/>
              </a:rPr>
              <a:t>the</a:t>
            </a:r>
            <a:r>
              <a:rPr lang="nb-NO" b="1" dirty="0">
                <a:solidFill>
                  <a:srgbClr val="26658C"/>
                </a:solidFill>
                <a:cs typeface="Calibri"/>
              </a:rPr>
              <a:t> overall </a:t>
            </a:r>
            <a:r>
              <a:rPr lang="nb-NO" b="1" err="1">
                <a:solidFill>
                  <a:srgbClr val="26658C"/>
                </a:solidFill>
                <a:cs typeface="Calibri"/>
              </a:rPr>
              <a:t>objective</a:t>
            </a:r>
            <a:r>
              <a:rPr lang="nb-NO" b="1" dirty="0">
                <a:solidFill>
                  <a:srgbClr val="26658C"/>
                </a:solidFill>
                <a:cs typeface="Calibri"/>
              </a:rPr>
              <a:t> </a:t>
            </a:r>
            <a:r>
              <a:rPr lang="nb-NO" b="1" err="1">
                <a:solidFill>
                  <a:srgbClr val="26658C"/>
                </a:solidFill>
                <a:cs typeface="Calibri"/>
              </a:rPr>
              <a:t>of</a:t>
            </a:r>
            <a:r>
              <a:rPr lang="nb-NO" b="1" dirty="0">
                <a:solidFill>
                  <a:srgbClr val="26658C"/>
                </a:solidFill>
                <a:cs typeface="Calibri"/>
              </a:rPr>
              <a:t> </a:t>
            </a:r>
            <a:r>
              <a:rPr lang="nb-NO" b="1" err="1">
                <a:solidFill>
                  <a:srgbClr val="26658C"/>
                </a:solidFill>
                <a:cs typeface="Calibri"/>
              </a:rPr>
              <a:t>the</a:t>
            </a:r>
            <a:r>
              <a:rPr lang="nb-NO" b="1" dirty="0">
                <a:solidFill>
                  <a:srgbClr val="26658C"/>
                </a:solidFill>
                <a:cs typeface="Calibri"/>
              </a:rPr>
              <a:t> </a:t>
            </a:r>
            <a:r>
              <a:rPr lang="nb-NO" b="1" err="1">
                <a:solidFill>
                  <a:srgbClr val="26658C"/>
                </a:solidFill>
                <a:cs typeface="Calibri"/>
              </a:rPr>
              <a:t>work</a:t>
            </a:r>
            <a:r>
              <a:rPr lang="nb-NO" b="1" dirty="0">
                <a:solidFill>
                  <a:srgbClr val="26658C"/>
                </a:solidFill>
                <a:cs typeface="Calibri"/>
              </a:rPr>
              <a:t> </a:t>
            </a:r>
            <a:r>
              <a:rPr lang="nb-NO" b="1" err="1">
                <a:solidFill>
                  <a:srgbClr val="26658C"/>
                </a:solidFill>
                <a:cs typeface="Calibri"/>
              </a:rPr>
              <a:t>package</a:t>
            </a:r>
            <a:r>
              <a:rPr lang="nb-NO" b="1" dirty="0">
                <a:solidFill>
                  <a:srgbClr val="26658C"/>
                </a:solidFill>
                <a:cs typeface="Calibri"/>
              </a:rPr>
              <a:t>, in </a:t>
            </a:r>
            <a:r>
              <a:rPr lang="nb-NO" b="1" err="1">
                <a:solidFill>
                  <a:srgbClr val="26658C"/>
                </a:solidFill>
                <a:cs typeface="Calibri"/>
              </a:rPr>
              <a:t>clear</a:t>
            </a:r>
            <a:r>
              <a:rPr lang="nb-NO" b="1" dirty="0">
                <a:solidFill>
                  <a:srgbClr val="26658C"/>
                </a:solidFill>
                <a:cs typeface="Calibri"/>
              </a:rPr>
              <a:t> and </a:t>
            </a:r>
            <a:r>
              <a:rPr lang="nb-NO" b="1" err="1">
                <a:solidFill>
                  <a:srgbClr val="26658C"/>
                </a:solidFill>
                <a:cs typeface="Calibri"/>
              </a:rPr>
              <a:t>understandable</a:t>
            </a:r>
            <a:r>
              <a:rPr lang="nb-NO" b="1" dirty="0">
                <a:solidFill>
                  <a:srgbClr val="26658C"/>
                </a:solidFill>
                <a:cs typeface="Calibri"/>
              </a:rPr>
              <a:t> </a:t>
            </a:r>
            <a:r>
              <a:rPr lang="nb-NO" b="1" err="1">
                <a:solidFill>
                  <a:srgbClr val="26658C"/>
                </a:solidFill>
                <a:cs typeface="Calibri"/>
              </a:rPr>
              <a:t>language</a:t>
            </a:r>
            <a:r>
              <a:rPr lang="nb-NO" b="1" dirty="0">
                <a:solidFill>
                  <a:srgbClr val="26658C"/>
                </a:solidFill>
                <a:cs typeface="Calibri"/>
              </a:rPr>
              <a:t>?</a:t>
            </a:r>
            <a:r>
              <a:rPr lang="nb-NO" dirty="0">
                <a:solidFill>
                  <a:srgbClr val="000000"/>
                </a:solidFill>
                <a:cs typeface="Calibri"/>
              </a:rPr>
              <a:t>]</a:t>
            </a:r>
            <a:r>
              <a:rPr lang="nb-NO" sz="4000" b="1" dirty="0">
                <a:solidFill>
                  <a:srgbClr val="003969"/>
                </a:solidFill>
                <a:cs typeface="Calibri"/>
              </a:rPr>
              <a:t> </a:t>
            </a:r>
            <a:endParaRPr lang="en-US"/>
          </a:p>
          <a:p>
            <a:endParaRPr lang="nb-NO" sz="4000" b="1" dirty="0">
              <a:solidFill>
                <a:srgbClr val="003969"/>
              </a:solidFill>
              <a:cs typeface="Calibri"/>
            </a:endParaRPr>
          </a:p>
          <a:p>
            <a:pPr marL="0" indent="0">
              <a:buNone/>
            </a:pPr>
            <a:r>
              <a:rPr lang="nb-NO" dirty="0">
                <a:solidFill>
                  <a:srgbClr val="000000"/>
                </a:solidFill>
                <a:cs typeface="Calibri"/>
              </a:rPr>
              <a:t>[</a:t>
            </a:r>
            <a:r>
              <a:rPr lang="nb-NO" b="1" dirty="0" err="1">
                <a:solidFill>
                  <a:srgbClr val="26658C"/>
                </a:solidFill>
                <a:cs typeface="Calibri"/>
              </a:rPr>
              <a:t>What</a:t>
            </a:r>
            <a:r>
              <a:rPr lang="nb-NO" b="1" dirty="0">
                <a:solidFill>
                  <a:srgbClr val="26658C"/>
                </a:solidFill>
                <a:cs typeface="Calibri"/>
              </a:rPr>
              <a:t> How do </a:t>
            </a:r>
            <a:r>
              <a:rPr lang="nb-NO" b="1" dirty="0" err="1">
                <a:solidFill>
                  <a:srgbClr val="26658C"/>
                </a:solidFill>
                <a:cs typeface="Calibri"/>
              </a:rPr>
              <a:t>the</a:t>
            </a:r>
            <a:r>
              <a:rPr lang="nb-NO" b="1" dirty="0">
                <a:solidFill>
                  <a:srgbClr val="26658C"/>
                </a:solidFill>
                <a:cs typeface="Calibri"/>
              </a:rPr>
              <a:t> </a:t>
            </a:r>
            <a:r>
              <a:rPr lang="nb-NO" b="1" dirty="0" err="1">
                <a:solidFill>
                  <a:srgbClr val="26658C"/>
                </a:solidFill>
                <a:cs typeface="Calibri"/>
              </a:rPr>
              <a:t>activities</a:t>
            </a:r>
            <a:r>
              <a:rPr lang="nb-NO" b="1" dirty="0">
                <a:solidFill>
                  <a:srgbClr val="26658C"/>
                </a:solidFill>
                <a:cs typeface="Calibri"/>
              </a:rPr>
              <a:t> in </a:t>
            </a:r>
            <a:r>
              <a:rPr lang="nb-NO" b="1" dirty="0" err="1">
                <a:solidFill>
                  <a:srgbClr val="26658C"/>
                </a:solidFill>
                <a:cs typeface="Calibri"/>
              </a:rPr>
              <a:t>the</a:t>
            </a:r>
            <a:r>
              <a:rPr lang="nb-NO" b="1" dirty="0">
                <a:solidFill>
                  <a:srgbClr val="26658C"/>
                </a:solidFill>
                <a:cs typeface="Calibri"/>
              </a:rPr>
              <a:t> WP </a:t>
            </a:r>
            <a:r>
              <a:rPr lang="nb-NO" b="1" dirty="0" err="1">
                <a:solidFill>
                  <a:srgbClr val="26658C"/>
                </a:solidFill>
                <a:cs typeface="Calibri"/>
              </a:rPr>
              <a:t>align</a:t>
            </a:r>
            <a:r>
              <a:rPr lang="nb-NO" b="1" dirty="0">
                <a:solidFill>
                  <a:srgbClr val="26658C"/>
                </a:solidFill>
                <a:cs typeface="Calibri"/>
              </a:rPr>
              <a:t> </a:t>
            </a:r>
            <a:r>
              <a:rPr lang="nb-NO" b="1" dirty="0" err="1">
                <a:solidFill>
                  <a:srgbClr val="26658C"/>
                </a:solidFill>
                <a:cs typeface="Calibri"/>
              </a:rPr>
              <a:t>with</a:t>
            </a:r>
            <a:r>
              <a:rPr lang="nb-NO" b="1" dirty="0">
                <a:solidFill>
                  <a:srgbClr val="26658C"/>
                </a:solidFill>
                <a:cs typeface="Calibri"/>
              </a:rPr>
              <a:t> </a:t>
            </a:r>
            <a:r>
              <a:rPr lang="nb-NO" b="1" dirty="0" err="1">
                <a:solidFill>
                  <a:srgbClr val="26658C"/>
                </a:solidFill>
                <a:cs typeface="Calibri"/>
              </a:rPr>
              <a:t>the</a:t>
            </a:r>
            <a:r>
              <a:rPr lang="nb-NO" b="1" dirty="0">
                <a:solidFill>
                  <a:srgbClr val="26658C"/>
                </a:solidFill>
                <a:cs typeface="Calibri"/>
              </a:rPr>
              <a:t> </a:t>
            </a:r>
            <a:r>
              <a:rPr lang="nb-NO" b="1" dirty="0" err="1">
                <a:solidFill>
                  <a:srgbClr val="26658C"/>
                </a:solidFill>
                <a:cs typeface="Calibri"/>
              </a:rPr>
              <a:t>objectives</a:t>
            </a:r>
            <a:r>
              <a:rPr lang="nb-NO" b="1" dirty="0">
                <a:solidFill>
                  <a:srgbClr val="26658C"/>
                </a:solidFill>
                <a:cs typeface="Calibri"/>
              </a:rPr>
              <a:t>? is </a:t>
            </a:r>
            <a:r>
              <a:rPr lang="nb-NO" b="1" dirty="0" err="1">
                <a:solidFill>
                  <a:srgbClr val="26658C"/>
                </a:solidFill>
                <a:cs typeface="Calibri"/>
              </a:rPr>
              <a:t>the</a:t>
            </a:r>
            <a:r>
              <a:rPr lang="nb-NO" b="1" dirty="0">
                <a:solidFill>
                  <a:srgbClr val="26658C"/>
                </a:solidFill>
                <a:cs typeface="Calibri"/>
              </a:rPr>
              <a:t> overall </a:t>
            </a:r>
            <a:r>
              <a:rPr lang="nb-NO" b="1" dirty="0" err="1">
                <a:solidFill>
                  <a:srgbClr val="26658C"/>
                </a:solidFill>
                <a:cs typeface="Calibri"/>
              </a:rPr>
              <a:t>objectives</a:t>
            </a:r>
            <a:r>
              <a:rPr lang="nb-NO" b="1" dirty="0">
                <a:solidFill>
                  <a:srgbClr val="26658C"/>
                </a:solidFill>
                <a:cs typeface="Calibri"/>
              </a:rPr>
              <a:t>?</a:t>
            </a:r>
            <a:r>
              <a:rPr lang="nb-NO" dirty="0">
                <a:solidFill>
                  <a:srgbClr val="000000"/>
                </a:solidFill>
                <a:cs typeface="Calibri"/>
              </a:rPr>
              <a:t>]</a:t>
            </a:r>
            <a:r>
              <a:rPr lang="nb-NO" sz="4000" b="1" dirty="0">
                <a:solidFill>
                  <a:srgbClr val="003969"/>
                </a:solidFill>
                <a:cs typeface="Calibri"/>
              </a:rPr>
              <a:t> </a:t>
            </a:r>
          </a:p>
        </p:txBody>
      </p:sp>
      <p:sp>
        <p:nvSpPr>
          <p:cNvPr id="4" name="Date Placeholder 3">
            <a:extLst>
              <a:ext uri="{FF2B5EF4-FFF2-40B4-BE49-F238E27FC236}">
                <a16:creationId xmlns:a16="http://schemas.microsoft.com/office/drawing/2014/main" id="{F0B35560-98E9-A339-4DAA-CB777362DE68}"/>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84F34F78-6F04-B75D-BC0C-9C0FF2A535B9}"/>
              </a:ext>
            </a:extLst>
          </p:cNvPr>
          <p:cNvSpPr>
            <a:spLocks noGrp="1"/>
          </p:cNvSpPr>
          <p:nvPr>
            <p:ph type="sldNum" sz="quarter" idx="11"/>
          </p:nvPr>
        </p:nvSpPr>
        <p:spPr/>
        <p:txBody>
          <a:bodyPr/>
          <a:lstStyle/>
          <a:p>
            <a:fld id="{261E7075-2C2A-48FB-BA64-2248520D9A0B}" type="slidenum">
              <a:rPr lang="nb-NO" smtClean="0"/>
              <a:pPr/>
              <a:t>2</a:t>
            </a:fld>
            <a:endParaRPr lang="nb-NO"/>
          </a:p>
        </p:txBody>
      </p:sp>
    </p:spTree>
    <p:extLst>
      <p:ext uri="{BB962C8B-B14F-4D97-AF65-F5344CB8AC3E}">
        <p14:creationId xmlns:p14="http://schemas.microsoft.com/office/powerpoint/2010/main" val="3831001924"/>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a:t>
            </a:r>
            <a:r>
              <a:rPr lang="nb-NO" sz="4000" dirty="0">
                <a:solidFill>
                  <a:srgbClr val="003969"/>
                </a:solidFill>
                <a:cs typeface="Calibri"/>
              </a:rPr>
              <a:t> </a:t>
            </a:r>
            <a:r>
              <a:rPr lang="nb-NO" dirty="0">
                <a:cs typeface="Calibri"/>
              </a:rPr>
              <a:t>– </a:t>
            </a:r>
            <a:r>
              <a:rPr lang="nb-NO" dirty="0" err="1">
                <a:cs typeface="Calibri"/>
              </a:rPr>
              <a:t>Planned</a:t>
            </a:r>
            <a:r>
              <a:rPr lang="nb-NO" dirty="0">
                <a:cs typeface="Calibri"/>
              </a:rPr>
              <a:t> </a:t>
            </a:r>
            <a:r>
              <a:rPr lang="nb-NO" dirty="0" err="1">
                <a:cs typeface="Calibri"/>
              </a:rPr>
              <a:t>activities</a:t>
            </a:r>
            <a:r>
              <a:rPr lang="nb-NO" dirty="0">
                <a:cs typeface="Calibri"/>
              </a:rPr>
              <a:t> (</a:t>
            </a:r>
            <a:r>
              <a:rPr lang="nb-NO" dirty="0" err="1">
                <a:cs typeface="Calibri"/>
              </a:rPr>
              <a:t>Oct</a:t>
            </a:r>
            <a:r>
              <a:rPr lang="nb-NO" dirty="0">
                <a:cs typeface="Calibri"/>
              </a:rPr>
              <a:t> 22- Mar 2024)</a:t>
            </a: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r>
              <a:rPr lang="en-US" dirty="0">
                <a:cs typeface="Calibri"/>
              </a:rPr>
              <a:t>This slide should answer the question:</a:t>
            </a:r>
          </a:p>
          <a:p>
            <a:pPr lvl="1">
              <a:buFont typeface="Courier New" panose="020B0604020202020204" pitchFamily="34" charset="0"/>
              <a:buChar char="o"/>
            </a:pPr>
            <a:r>
              <a:rPr lang="en-US" dirty="0">
                <a:cs typeface="Calibri"/>
              </a:rPr>
              <a:t>what did you plan to do in this period?</a:t>
            </a: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3</a:t>
            </a:fld>
            <a:endParaRPr lang="nb-NO"/>
          </a:p>
        </p:txBody>
      </p:sp>
    </p:spTree>
    <p:extLst>
      <p:ext uri="{BB962C8B-B14F-4D97-AF65-F5344CB8AC3E}">
        <p14:creationId xmlns:p14="http://schemas.microsoft.com/office/powerpoint/2010/main" val="1113037594"/>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 </a:t>
            </a:r>
            <a:r>
              <a:rPr lang="nb-NO" dirty="0">
                <a:solidFill>
                  <a:srgbClr val="26658C"/>
                </a:solidFill>
                <a:cs typeface="Calibri"/>
              </a:rPr>
              <a:t>–</a:t>
            </a:r>
            <a:r>
              <a:rPr lang="nb-NO" dirty="0">
                <a:cs typeface="Calibri"/>
              </a:rPr>
              <a:t> Progress (</a:t>
            </a:r>
            <a:r>
              <a:rPr lang="nb-NO" dirty="0" err="1">
                <a:cs typeface="Calibri"/>
              </a:rPr>
              <a:t>Oct</a:t>
            </a:r>
            <a:r>
              <a:rPr lang="nb-NO" dirty="0">
                <a:cs typeface="Calibri"/>
              </a:rPr>
              <a:t> 22- Mar 2024)</a:t>
            </a: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endParaRPr lang="en-US" dirty="0">
              <a:cs typeface="Calibri"/>
            </a:endParaRPr>
          </a:p>
          <a:p>
            <a:r>
              <a:rPr lang="en-US" dirty="0">
                <a:cs typeface="Calibri"/>
              </a:rPr>
              <a:t>This slide should answer the question:</a:t>
            </a:r>
          </a:p>
          <a:p>
            <a:pPr lvl="1">
              <a:buFont typeface="Courier New" panose="020B0604020202020204" pitchFamily="34" charset="0"/>
              <a:buChar char="o"/>
            </a:pPr>
            <a:r>
              <a:rPr lang="en-US" sz="1600" dirty="0">
                <a:cs typeface="Calibri"/>
              </a:rPr>
              <a:t>What progress did you make and how does it support your objectives?</a:t>
            </a:r>
            <a:endParaRPr lang="en-US" dirty="0">
              <a:cs typeface="Calibri"/>
            </a:endParaRPr>
          </a:p>
          <a:p>
            <a:r>
              <a:rPr lang="en-US" dirty="0">
                <a:cs typeface="Calibri"/>
              </a:rPr>
              <a:t>Task </a:t>
            </a:r>
            <a:r>
              <a:rPr lang="en-US" dirty="0" err="1">
                <a:cs typeface="Calibri"/>
              </a:rPr>
              <a:t>x.x</a:t>
            </a:r>
          </a:p>
          <a:p>
            <a:r>
              <a:rPr lang="en-US" dirty="0">
                <a:cs typeface="Calibri"/>
              </a:rPr>
              <a:t>Task </a:t>
            </a:r>
            <a:r>
              <a:rPr lang="en-US" dirty="0" err="1">
                <a:cs typeface="Calibri"/>
              </a:rPr>
              <a:t>x.x</a:t>
            </a:r>
          </a:p>
          <a:p>
            <a:pPr lvl="1">
              <a:buFont typeface="Courier New" panose="020B0604020202020204" pitchFamily="34" charset="0"/>
              <a:buChar char="o"/>
            </a:pPr>
            <a:endParaRPr lang="en-US" dirty="0">
              <a:cs typeface="Calibri"/>
            </a:endParaRP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4</a:t>
            </a:fld>
            <a:endParaRPr lang="nb-NO"/>
          </a:p>
        </p:txBody>
      </p:sp>
    </p:spTree>
    <p:extLst>
      <p:ext uri="{BB962C8B-B14F-4D97-AF65-F5344CB8AC3E}">
        <p14:creationId xmlns:p14="http://schemas.microsoft.com/office/powerpoint/2010/main" val="3765816877"/>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 </a:t>
            </a:r>
            <a:r>
              <a:rPr lang="nb-NO" dirty="0">
                <a:solidFill>
                  <a:srgbClr val="26658C"/>
                </a:solidFill>
                <a:cs typeface="Calibri"/>
              </a:rPr>
              <a:t>–</a:t>
            </a:r>
            <a:r>
              <a:rPr lang="nb-NO" dirty="0">
                <a:cs typeface="Calibri"/>
              </a:rPr>
              <a:t> Progress (</a:t>
            </a:r>
            <a:r>
              <a:rPr lang="nb-NO" dirty="0" err="1">
                <a:cs typeface="Calibri"/>
              </a:rPr>
              <a:t>Oct</a:t>
            </a:r>
            <a:r>
              <a:rPr lang="nb-NO" dirty="0">
                <a:cs typeface="Calibri"/>
              </a:rPr>
              <a:t> 22- Mar 2024)</a:t>
            </a: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endParaRPr lang="en-US" dirty="0">
              <a:cs typeface="Calibri"/>
            </a:endParaRPr>
          </a:p>
          <a:p>
            <a:r>
              <a:rPr lang="en-US" dirty="0">
                <a:cs typeface="Calibri"/>
              </a:rPr>
              <a:t>This slide should answer the question:</a:t>
            </a:r>
          </a:p>
          <a:p>
            <a:pPr lvl="1">
              <a:buFont typeface="Courier New" panose="020B0604020202020204" pitchFamily="34" charset="0"/>
              <a:buChar char="o"/>
            </a:pPr>
            <a:r>
              <a:rPr lang="en-US" sz="1600" dirty="0">
                <a:cs typeface="Calibri"/>
              </a:rPr>
              <a:t>What progress did you make and how does it support your objectives?</a:t>
            </a:r>
            <a:endParaRPr lang="en-US" dirty="0">
              <a:cs typeface="Calibri"/>
            </a:endParaRPr>
          </a:p>
          <a:p>
            <a:r>
              <a:rPr lang="en-US" dirty="0">
                <a:cs typeface="Calibri"/>
              </a:rPr>
              <a:t>Task </a:t>
            </a:r>
            <a:r>
              <a:rPr lang="en-US" dirty="0" err="1">
                <a:cs typeface="Calibri"/>
              </a:rPr>
              <a:t>x.x</a:t>
            </a:r>
          </a:p>
          <a:p>
            <a:r>
              <a:rPr lang="en-US" dirty="0">
                <a:cs typeface="Calibri"/>
              </a:rPr>
              <a:t>Task </a:t>
            </a:r>
            <a:r>
              <a:rPr lang="en-US" dirty="0" err="1">
                <a:cs typeface="Calibri"/>
              </a:rPr>
              <a:t>x.x</a:t>
            </a:r>
          </a:p>
          <a:p>
            <a:pPr lvl="1">
              <a:buFont typeface="Courier New" panose="020B0604020202020204" pitchFamily="34" charset="0"/>
              <a:buChar char="o"/>
            </a:pPr>
            <a:endParaRPr lang="en-US" dirty="0">
              <a:cs typeface="Calibri"/>
            </a:endParaRP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5</a:t>
            </a:fld>
            <a:endParaRPr lang="nb-NO"/>
          </a:p>
        </p:txBody>
      </p:sp>
    </p:spTree>
    <p:extLst>
      <p:ext uri="{BB962C8B-B14F-4D97-AF65-F5344CB8AC3E}">
        <p14:creationId xmlns:p14="http://schemas.microsoft.com/office/powerpoint/2010/main" val="2216564708"/>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a:t>
            </a:r>
            <a:r>
              <a:rPr lang="nb-NO" sz="4000" dirty="0">
                <a:solidFill>
                  <a:srgbClr val="003969"/>
                </a:solidFill>
                <a:cs typeface="Calibri"/>
              </a:rPr>
              <a:t> </a:t>
            </a:r>
            <a:r>
              <a:rPr lang="nb-NO" dirty="0">
                <a:cs typeface="Calibri"/>
              </a:rPr>
              <a:t>– </a:t>
            </a:r>
            <a:r>
              <a:rPr lang="nb-NO" dirty="0" err="1">
                <a:cs typeface="Calibri"/>
              </a:rPr>
              <a:t>Deliverables</a:t>
            </a:r>
            <a:r>
              <a:rPr lang="nb-NO" dirty="0">
                <a:cs typeface="Calibri"/>
              </a:rPr>
              <a:t> and Milstones</a:t>
            </a: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r>
              <a:rPr lang="en-US" dirty="0">
                <a:cs typeface="Calibri"/>
              </a:rPr>
              <a:t>This slide should answer the question:</a:t>
            </a:r>
          </a:p>
          <a:p>
            <a:pPr lvl="1">
              <a:buFont typeface="Courier New" panose="020B0604020202020204" pitchFamily="34" charset="0"/>
              <a:buChar char="o"/>
            </a:pPr>
            <a:r>
              <a:rPr lang="en-US" dirty="0">
                <a:cs typeface="Calibri"/>
              </a:rPr>
              <a:t>Which deliverables and milestones did you have in this period, and have they been met?</a:t>
            </a: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6</a:t>
            </a:fld>
            <a:endParaRPr lang="nb-NO"/>
          </a:p>
        </p:txBody>
      </p:sp>
    </p:spTree>
    <p:extLst>
      <p:ext uri="{BB962C8B-B14F-4D97-AF65-F5344CB8AC3E}">
        <p14:creationId xmlns:p14="http://schemas.microsoft.com/office/powerpoint/2010/main" val="1723410195"/>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a:t>
            </a:r>
            <a:r>
              <a:rPr lang="nb-NO" sz="4000" dirty="0">
                <a:solidFill>
                  <a:srgbClr val="003969"/>
                </a:solidFill>
                <a:cs typeface="Calibri"/>
              </a:rPr>
              <a:t> </a:t>
            </a:r>
            <a:r>
              <a:rPr lang="nb-NO" dirty="0">
                <a:cs typeface="Calibri"/>
              </a:rPr>
              <a:t>– </a:t>
            </a:r>
            <a:r>
              <a:rPr lang="nb-NO" dirty="0" err="1">
                <a:cs typeface="Calibri"/>
              </a:rPr>
              <a:t>Deviations</a:t>
            </a:r>
            <a:r>
              <a:rPr lang="nb-NO" dirty="0">
                <a:cs typeface="Calibri"/>
              </a:rPr>
              <a:t> and </a:t>
            </a:r>
            <a:r>
              <a:rPr lang="nb-NO" dirty="0" err="1">
                <a:cs typeface="Calibri"/>
              </a:rPr>
              <a:t>corrective</a:t>
            </a:r>
            <a:r>
              <a:rPr lang="nb-NO" dirty="0">
                <a:cs typeface="Calibri"/>
              </a:rPr>
              <a:t> </a:t>
            </a:r>
            <a:r>
              <a:rPr lang="nb-NO" dirty="0" err="1">
                <a:cs typeface="Calibri"/>
              </a:rPr>
              <a:t>actions</a:t>
            </a:r>
            <a:endParaRPr lang="nb-NO" dirty="0">
              <a:cs typeface="Calibri"/>
            </a:endParaRP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r>
              <a:rPr lang="en-US" dirty="0">
                <a:cs typeface="Calibri"/>
              </a:rPr>
              <a:t>This slide should answer the question:</a:t>
            </a:r>
          </a:p>
          <a:p>
            <a:pPr lvl="1">
              <a:buFont typeface="Courier New" panose="020B0604020202020204" pitchFamily="34" charset="0"/>
              <a:buChar char="o"/>
            </a:pPr>
            <a:r>
              <a:rPr lang="en-US" dirty="0">
                <a:cs typeface="Calibri"/>
              </a:rPr>
              <a:t>Did some things not go according to plan? If so, what corrective actions were/should be undertaken?</a:t>
            </a: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7</a:t>
            </a:fld>
            <a:endParaRPr lang="nb-NO"/>
          </a:p>
        </p:txBody>
      </p:sp>
    </p:spTree>
    <p:extLst>
      <p:ext uri="{BB962C8B-B14F-4D97-AF65-F5344CB8AC3E}">
        <p14:creationId xmlns:p14="http://schemas.microsoft.com/office/powerpoint/2010/main" val="467593775"/>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a:t>
            </a:r>
            <a:r>
              <a:rPr lang="nb-NO" sz="4000" dirty="0">
                <a:solidFill>
                  <a:srgbClr val="003969"/>
                </a:solidFill>
                <a:cs typeface="Calibri"/>
              </a:rPr>
              <a:t> </a:t>
            </a:r>
            <a:r>
              <a:rPr lang="nb-NO" dirty="0">
                <a:cs typeface="Calibri"/>
              </a:rPr>
              <a:t> – </a:t>
            </a:r>
            <a:r>
              <a:rPr lang="nb-NO" dirty="0" err="1">
                <a:cs typeface="Calibri"/>
              </a:rPr>
              <a:t>Planned</a:t>
            </a:r>
            <a:r>
              <a:rPr lang="nb-NO" dirty="0">
                <a:cs typeface="Calibri"/>
              </a:rPr>
              <a:t> </a:t>
            </a:r>
            <a:r>
              <a:rPr lang="nb-NO" dirty="0" err="1">
                <a:cs typeface="Calibri"/>
              </a:rPr>
              <a:t>activities</a:t>
            </a:r>
            <a:r>
              <a:rPr lang="nb-NO" dirty="0">
                <a:cs typeface="Calibri"/>
              </a:rPr>
              <a:t> </a:t>
            </a:r>
            <a:r>
              <a:rPr lang="nb-NO" dirty="0" err="1">
                <a:cs typeface="Calibri"/>
              </a:rPr>
              <a:t>until</a:t>
            </a:r>
            <a:r>
              <a:rPr lang="nb-NO" dirty="0">
                <a:cs typeface="Calibri"/>
              </a:rPr>
              <a:t> end </a:t>
            </a:r>
            <a:r>
              <a:rPr lang="nb-NO" dirty="0" err="1">
                <a:cs typeface="Calibri"/>
              </a:rPr>
              <a:t>of</a:t>
            </a:r>
            <a:r>
              <a:rPr lang="nb-NO" dirty="0">
                <a:cs typeface="Calibri"/>
              </a:rPr>
              <a:t> </a:t>
            </a:r>
            <a:r>
              <a:rPr lang="nb-NO" dirty="0" err="1">
                <a:cs typeface="Calibri"/>
              </a:rPr>
              <a:t>project</a:t>
            </a:r>
            <a:endParaRPr lang="nb-NO" dirty="0">
              <a:cs typeface="Calibri"/>
            </a:endParaRP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r>
              <a:rPr lang="en-US" dirty="0">
                <a:cs typeface="Calibri"/>
              </a:rPr>
              <a:t>This slide should answer the question:</a:t>
            </a:r>
          </a:p>
          <a:p>
            <a:pPr lvl="1">
              <a:buFont typeface="Courier New" panose="020B0604020202020204" pitchFamily="34" charset="0"/>
              <a:buChar char="o"/>
            </a:pPr>
            <a:r>
              <a:rPr lang="en-US" dirty="0">
                <a:cs typeface="Calibri"/>
              </a:rPr>
              <a:t>Where do you go from here to successfully reach the end of the project?</a:t>
            </a: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8</a:t>
            </a:fld>
            <a:endParaRPr lang="nb-NO"/>
          </a:p>
        </p:txBody>
      </p:sp>
    </p:spTree>
    <p:extLst>
      <p:ext uri="{BB962C8B-B14F-4D97-AF65-F5344CB8AC3E}">
        <p14:creationId xmlns:p14="http://schemas.microsoft.com/office/powerpoint/2010/main" val="2895779941"/>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0A88-4A53-B15B-1C24-E0D999D351F5}"/>
              </a:ext>
            </a:extLst>
          </p:cNvPr>
          <p:cNvSpPr>
            <a:spLocks noGrp="1"/>
          </p:cNvSpPr>
          <p:nvPr>
            <p:ph type="title"/>
          </p:nvPr>
        </p:nvSpPr>
        <p:spPr/>
        <p:txBody>
          <a:bodyPr/>
          <a:lstStyle/>
          <a:p>
            <a:r>
              <a:rPr lang="nb-NO" dirty="0">
                <a:cs typeface="Calibri"/>
              </a:rPr>
              <a:t>WP</a:t>
            </a:r>
            <a:r>
              <a:rPr lang="nb-NO" sz="4000" b="0" dirty="0">
                <a:solidFill>
                  <a:srgbClr val="000000"/>
                </a:solidFill>
                <a:cs typeface="Calibri"/>
              </a:rPr>
              <a:t>[</a:t>
            </a:r>
            <a:r>
              <a:rPr lang="nb-NO" dirty="0" err="1">
                <a:cs typeface="Calibri"/>
              </a:rPr>
              <a:t>X</a:t>
            </a:r>
            <a:r>
              <a:rPr lang="nb-NO" sz="4000" b="0" dirty="0">
                <a:solidFill>
                  <a:srgbClr val="000000"/>
                </a:solidFill>
                <a:cs typeface="Calibri"/>
              </a:rPr>
              <a:t>]</a:t>
            </a:r>
            <a:r>
              <a:rPr lang="nb-NO" sz="4000" dirty="0">
                <a:solidFill>
                  <a:srgbClr val="003969"/>
                </a:solidFill>
                <a:cs typeface="Calibri"/>
              </a:rPr>
              <a:t> </a:t>
            </a:r>
            <a:r>
              <a:rPr lang="nb-NO" dirty="0">
                <a:cs typeface="Calibri"/>
              </a:rPr>
              <a:t> – </a:t>
            </a:r>
            <a:r>
              <a:rPr lang="nb-NO" dirty="0" err="1">
                <a:cs typeface="Calibri"/>
              </a:rPr>
              <a:t>Use</a:t>
            </a:r>
            <a:r>
              <a:rPr lang="nb-NO" dirty="0">
                <a:cs typeface="Calibri"/>
              </a:rPr>
              <a:t> </a:t>
            </a:r>
            <a:r>
              <a:rPr lang="nb-NO" dirty="0" err="1">
                <a:cs typeface="Calibri"/>
              </a:rPr>
              <a:t>of</a:t>
            </a:r>
            <a:r>
              <a:rPr lang="nb-NO" dirty="0">
                <a:cs typeface="Calibri"/>
              </a:rPr>
              <a:t> </a:t>
            </a:r>
            <a:r>
              <a:rPr lang="nb-NO" dirty="0" err="1">
                <a:cs typeface="Calibri"/>
              </a:rPr>
              <a:t>resources</a:t>
            </a:r>
            <a:endParaRPr lang="nb-NO" dirty="0">
              <a:cs typeface="Calibri"/>
            </a:endParaRPr>
          </a:p>
        </p:txBody>
      </p:sp>
      <p:sp>
        <p:nvSpPr>
          <p:cNvPr id="3" name="Content Placeholder 2">
            <a:extLst>
              <a:ext uri="{FF2B5EF4-FFF2-40B4-BE49-F238E27FC236}">
                <a16:creationId xmlns:a16="http://schemas.microsoft.com/office/drawing/2014/main" id="{21FAF02E-3A43-D252-1507-ED38B377CD0B}"/>
              </a:ext>
            </a:extLst>
          </p:cNvPr>
          <p:cNvSpPr>
            <a:spLocks noGrp="1"/>
          </p:cNvSpPr>
          <p:nvPr>
            <p:ph idx="1"/>
          </p:nvPr>
        </p:nvSpPr>
        <p:spPr/>
        <p:txBody>
          <a:bodyPr vert="horz" lIns="91440" tIns="45720" rIns="91440" bIns="45720" rtlCol="0" anchor="t">
            <a:normAutofit/>
          </a:bodyPr>
          <a:lstStyle/>
          <a:p>
            <a:r>
              <a:rPr lang="en-US" dirty="0">
                <a:highlight>
                  <a:srgbClr val="FF0000"/>
                </a:highlight>
                <a:cs typeface="Calibri"/>
              </a:rPr>
              <a:t>SINTEF will complete this slide</a:t>
            </a:r>
          </a:p>
          <a:p>
            <a:pPr lvl="1">
              <a:buFont typeface="Courier New" panose="020B0604020202020204" pitchFamily="34" charset="0"/>
              <a:buChar char="o"/>
            </a:pPr>
            <a:endParaRPr lang="en-US" dirty="0">
              <a:cs typeface="Calibri"/>
            </a:endParaRPr>
          </a:p>
        </p:txBody>
      </p:sp>
      <p:sp>
        <p:nvSpPr>
          <p:cNvPr id="4" name="Date Placeholder 3">
            <a:extLst>
              <a:ext uri="{FF2B5EF4-FFF2-40B4-BE49-F238E27FC236}">
                <a16:creationId xmlns:a16="http://schemas.microsoft.com/office/drawing/2014/main" id="{D62556B6-8CE6-2491-0DDE-E5AD18A3BDA0}"/>
              </a:ext>
            </a:extLst>
          </p:cNvPr>
          <p:cNvSpPr>
            <a:spLocks noGrp="1"/>
          </p:cNvSpPr>
          <p:nvPr>
            <p:ph type="dt" sz="half" idx="10"/>
          </p:nvPr>
        </p:nvSpPr>
        <p:spPr/>
        <p:txBody>
          <a:bodyPr/>
          <a:lstStyle/>
          <a:p>
            <a:fld id="{6325FEFA-325D-4E29-8CE0-CC6B671EDD00}" type="datetime1">
              <a:rPr lang="nb-NO" smtClean="0"/>
              <a:pPr/>
              <a:t>16.10.2026</a:t>
            </a:fld>
            <a:endParaRPr lang="nb-NO"/>
          </a:p>
        </p:txBody>
      </p:sp>
      <p:sp>
        <p:nvSpPr>
          <p:cNvPr id="5" name="Slide Number Placeholder 4">
            <a:extLst>
              <a:ext uri="{FF2B5EF4-FFF2-40B4-BE49-F238E27FC236}">
                <a16:creationId xmlns:a16="http://schemas.microsoft.com/office/drawing/2014/main" id="{F8CB4C60-847F-D5AF-2D98-2F10D8788921}"/>
              </a:ext>
            </a:extLst>
          </p:cNvPr>
          <p:cNvSpPr>
            <a:spLocks noGrp="1"/>
          </p:cNvSpPr>
          <p:nvPr>
            <p:ph type="sldNum" sz="quarter" idx="11"/>
          </p:nvPr>
        </p:nvSpPr>
        <p:spPr/>
        <p:txBody>
          <a:bodyPr/>
          <a:lstStyle/>
          <a:p>
            <a:fld id="{261E7075-2C2A-48FB-BA64-2248520D9A0B}" type="slidenum">
              <a:rPr lang="nb-NO" smtClean="0"/>
              <a:pPr/>
              <a:t>9</a:t>
            </a:fld>
            <a:endParaRPr lang="nb-NO"/>
          </a:p>
        </p:txBody>
      </p:sp>
    </p:spTree>
    <p:extLst>
      <p:ext uri="{BB962C8B-B14F-4D97-AF65-F5344CB8AC3E}">
        <p14:creationId xmlns:p14="http://schemas.microsoft.com/office/powerpoint/2010/main" val="3648425475"/>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DCAA-DCF2-8C96-423A-64B800B29B99}"/>
              </a:ext>
            </a:extLst>
          </p:cNvPr>
          <p:cNvSpPr>
            <a:spLocks noGrp="1"/>
          </p:cNvSpPr>
          <p:nvPr>
            <p:ph type="ctrTitle"/>
          </p:nvPr>
        </p:nvSpPr>
        <p:spPr/>
        <p:txBody>
          <a:bodyPr/>
          <a:lstStyle/>
          <a:p>
            <a:r>
              <a:rPr lang="nb-NO" dirty="0"/>
              <a:t>THANK YOU</a:t>
            </a:r>
          </a:p>
        </p:txBody>
      </p:sp>
    </p:spTree>
    <p:extLst>
      <p:ext uri="{BB962C8B-B14F-4D97-AF65-F5344CB8AC3E}">
        <p14:creationId xmlns:p14="http://schemas.microsoft.com/office/powerpoint/2010/main" val="41365952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1_Office Theme">
  <a:themeElements>
    <a:clrScheme name="DACOMAT">
      <a:dk1>
        <a:sysClr val="windowText" lastClr="000000"/>
      </a:dk1>
      <a:lt1>
        <a:sysClr val="window" lastClr="FFFFFF"/>
      </a:lt1>
      <a:dk2>
        <a:srgbClr val="26658C"/>
      </a:dk2>
      <a:lt2>
        <a:srgbClr val="CEDBE6"/>
      </a:lt2>
      <a:accent1>
        <a:srgbClr val="36A9B8"/>
      </a:accent1>
      <a:accent2>
        <a:srgbClr val="F0B010"/>
      </a:accent2>
      <a:accent3>
        <a:srgbClr val="A0C06C"/>
      </a:accent3>
      <a:accent4>
        <a:srgbClr val="68A08B"/>
      </a:accent4>
      <a:accent5>
        <a:srgbClr val="D1522F"/>
      </a:accent5>
      <a:accent6>
        <a:srgbClr val="2D9ED1"/>
      </a:accent6>
      <a:hlink>
        <a:srgbClr val="00B0F0"/>
      </a:hlink>
      <a:folHlink>
        <a:srgbClr val="D7422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Generic document" ma:contentTypeID="0x01010031B82B69D2361148B4D8F7EC1568021308004F233F94F9456E489DD989E15ACFCF32" ma:contentTypeVersion="51" ma:contentTypeDescription="Opprett et nytt dokument." ma:contentTypeScope="" ma:versionID="0d16a0805abcd990c0d4a830cf6ff6d6">
  <xsd:schema xmlns:xsd="http://www.w3.org/2001/XMLSchema" xmlns:xs="http://www.w3.org/2001/XMLSchema" xmlns:p="http://schemas.microsoft.com/office/2006/metadata/properties" xmlns:ns2="8bbd4995-53b7-43e2-b62f-10947586ac31" xmlns:ns3="b13af1b9-b87a-43c5-a5a8-31bd38a79770" xmlns:ns4="8fa93740-5b30-4e68-9e68-8b5f095310d6" targetNamespace="http://schemas.microsoft.com/office/2006/metadata/properties" ma:root="true" ma:fieldsID="3f52d563d6fc0049ac12bce1d0b04e5a" ns2:_="" ns3:_="" ns4:_="">
    <xsd:import namespace="8bbd4995-53b7-43e2-b62f-10947586ac31"/>
    <xsd:import namespace="b13af1b9-b87a-43c5-a5a8-31bd38a79770"/>
    <xsd:import namespace="8fa93740-5b30-4e68-9e68-8b5f095310d6"/>
    <xsd:element name="properties">
      <xsd:complexType>
        <xsd:sequence>
          <xsd:element name="documentManagement">
            <xsd:complexType>
              <xsd:all>
                <xsd:element ref="ns2:CorpSiteSubTitle" minOccurs="0"/>
                <xsd:element ref="ns2:CorpSiteAccess" minOccurs="0"/>
                <xsd:element ref="ns2:CorpSiteClassification" minOccurs="0"/>
                <xsd:element ref="ns2:CorpSiteTags" minOccurs="0"/>
                <xsd:element ref="ns2:CorpSiteReportNumber" minOccurs="0"/>
                <xsd:element ref="ns2:CorpSiteISBN" minOccurs="0"/>
                <xsd:element ref="ns2:CorpSiteMainAuthors" minOccurs="0"/>
                <xsd:element ref="ns2:CorpSiteCoAuthors" minOccurs="0"/>
                <xsd:element ref="ns2:CorpSiteRecipientCompany" minOccurs="0"/>
                <xsd:element ref="ns2:CorpSiteRecipientPerson" minOccurs="0"/>
                <xsd:element ref="ns2:CorpSiteOurRef" minOccurs="0"/>
                <xsd:element ref="ns2:CorpSiteZipAddress" minOccurs="0"/>
                <xsd:element ref="ns2:CorpSiteZipContact" minOccurs="0"/>
                <xsd:element ref="ns2:CorpSiteVATNumber" minOccurs="0"/>
                <xsd:element ref="ns2:CorpSiteInstituteEmail" minOccurs="0"/>
                <xsd:element ref="ns2:CorpDocPageClassificationNbNo" minOccurs="0"/>
                <xsd:element ref="ns2:CorpDocClassificationEnUs" minOccurs="0"/>
                <xsd:element ref="ns2:CorpDocPageClassificationEnUs" minOccurs="0"/>
                <xsd:element ref="ns2:CorpDocClassificationNbNo" minOccurs="0"/>
                <xsd:element ref="ns2:CorpSiteInstituteEnUs" minOccurs="0"/>
                <xsd:element ref="ns2:CorpSiteInstitutePhone" minOccurs="0"/>
                <xsd:element ref="ns2:CorpSiteDocLanguage" minOccurs="0"/>
                <xsd:element ref="ns2:CorpDocInstitute" minOccurs="0"/>
                <xsd:element ref="ns2:CorpDocVersion" minOccurs="0"/>
                <xsd:element ref="ns2:CorpSiteDocumentAuthor" minOccurs="0"/>
                <xsd:element ref="ns2:CorpSiteProjectQA" minOccurs="0"/>
                <xsd:element ref="ns2:CorpSiteProjectOwner" minOccurs="0"/>
                <xsd:element ref="ns2:CorpSiteProjectLeader" minOccurs="0"/>
                <xsd:element ref="ns2:ArchiveStatus" minOccurs="0"/>
                <xsd:element ref="ns2:CorpWorkflowFeedback" minOccurs="0"/>
                <xsd:element ref="ns2:CorpSiteProjectNumber" minOccurs="0"/>
                <xsd:element ref="ns2:CorpSiteProjectName" minOccurs="0"/>
                <xsd:element ref="ns3:MediaServiceMetadata" minOccurs="0"/>
                <xsd:element ref="ns3:MediaServiceFastMetadata" minOccurs="0"/>
                <xsd:element ref="ns3:lcf76f155ced4ddcb4097134ff3c332f" minOccurs="0"/>
                <xsd:element ref="ns4:TaxCatchAll" minOccurs="0"/>
                <xsd:element ref="ns3:MediaServiceDateTaken" minOccurs="0"/>
                <xsd:element ref="ns3:MediaServiceOCR" minOccurs="0"/>
                <xsd:element ref="ns3:MediaServiceGenerationTime" minOccurs="0"/>
                <xsd:element ref="ns3:MediaServiceEventHashCode" minOccurs="0"/>
                <xsd:element ref="ns4:SharedWithUsers" minOccurs="0"/>
                <xsd:element ref="ns4:SharedWithDetails" minOccurs="0"/>
                <xsd:element ref="ns3:MediaLengthInSeconds" minOccurs="0"/>
                <xsd:element ref="ns3:MediaServiceObjectDetectorVersions" minOccurs="0"/>
                <xsd:element ref="ns3:MediaServiceLocation" minOccurs="0"/>
                <xsd:element ref="ns3:MediaServiceSearchProperties" minOccurs="0"/>
                <xsd:element ref="ns2:CorpWorkflowApproval" minOccurs="0"/>
                <xsd:element ref="ns2:CorpDocument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bd4995-53b7-43e2-b62f-10947586ac31" elementFormDefault="qualified">
    <xsd:import namespace="http://schemas.microsoft.com/office/2006/documentManagement/types"/>
    <xsd:import namespace="http://schemas.microsoft.com/office/infopath/2007/PartnerControls"/>
    <xsd:element name="CorpSiteSubTitle" ma:index="3" nillable="true" ma:displayName="Undertittel" ma:internalName="CorpSiteSubTitle">
      <xsd:simpleType>
        <xsd:restriction base="dms:Text">
          <xsd:maxLength value="255"/>
        </xsd:restriction>
      </xsd:simpleType>
    </xsd:element>
    <xsd:element name="CorpSiteAccess" ma:index="4" nillable="true" ma:displayName="Lesetilgang" ma:default="Kun navngitte medlemmer" ma:format="Dropdown" ma:internalName="CorpSiteAccess">
      <xsd:simpleType>
        <xsd:restriction base="dms:Choice">
          <xsd:enumeration value="Kun navngitte medlemmer"/>
          <xsd:enumeration value="SINTEF"/>
          <xsd:enumeration value="Institutt"/>
          <xsd:enumeration value="Avdeling"/>
          <xsd:maxLength value="255"/>
        </xsd:restriction>
      </xsd:simpleType>
    </xsd:element>
    <xsd:element name="CorpSiteClassification" ma:index="5" nillable="true" ma:displayName="Gradering" ma:default="Åpen" ma:internalName="CorpSiteClassification">
      <xsd:simpleType>
        <xsd:restriction base="dms:Choice">
          <xsd:enumeration value="Åpen"/>
          <xsd:enumeration value="Fortrolig"/>
          <xsd:enumeration value="Strengt fortrolig"/>
          <xsd:maxLength value="255"/>
        </xsd:restriction>
      </xsd:simpleType>
    </xsd:element>
    <xsd:element name="CorpSiteTags" ma:index="6" nillable="true" ma:displayName="Tags" ma:internalName="CorpSiteTags">
      <xsd:simpleType>
        <xsd:restriction base="dms:Text">
          <xsd:maxLength value="255"/>
        </xsd:restriction>
      </xsd:simpleType>
    </xsd:element>
    <xsd:element name="CorpSiteReportNumber" ma:index="7" nillable="true" ma:displayName="Rapport nummer" ma:internalName="CorpSiteReportNumber">
      <xsd:simpleType>
        <xsd:restriction base="dms:Text">
          <xsd:maxLength value="255"/>
        </xsd:restriction>
      </xsd:simpleType>
    </xsd:element>
    <xsd:element name="CorpSiteISBN" ma:index="8" nillable="true" ma:displayName="ISBN" ma:internalName="CorpSiteISBN">
      <xsd:simpleType>
        <xsd:restriction base="dms:Text">
          <xsd:maxLength value="255"/>
        </xsd:restriction>
      </xsd:simpleType>
    </xsd:element>
    <xsd:element name="CorpSiteMainAuthors" ma:index="9" nillable="true" ma:displayName="Hovedforfattere" ma:internalName="CorpSiteMainAuthors">
      <xsd:simpleType>
        <xsd:restriction base="dms:Text">
          <xsd:maxLength value="255"/>
        </xsd:restriction>
      </xsd:simpleType>
    </xsd:element>
    <xsd:element name="CorpSiteCoAuthors" ma:index="10" nillable="true" ma:displayName="Medforfattere" ma:internalName="CorpSiteCoAuthors">
      <xsd:simpleType>
        <xsd:restriction base="dms:Text">
          <xsd:maxLength value="255"/>
        </xsd:restriction>
      </xsd:simpleType>
    </xsd:element>
    <xsd:element name="CorpSiteRecipientCompany" ma:index="11" nillable="true" ma:displayName="Mottakende selskap" ma:internalName="CorpSiteRecipientCompany">
      <xsd:simpleType>
        <xsd:restriction base="dms:Text">
          <xsd:maxLength value="255"/>
        </xsd:restriction>
      </xsd:simpleType>
    </xsd:element>
    <xsd:element name="CorpSiteRecipientPerson" ma:index="12" nillable="true" ma:displayName="Mottakende person" ma:internalName="CorpSiteRecipientPerson">
      <xsd:simpleType>
        <xsd:restriction base="dms:Text">
          <xsd:maxLength value="255"/>
        </xsd:restriction>
      </xsd:simpleType>
    </xsd:element>
    <xsd:element name="CorpSiteOurRef" ma:index="13" nillable="true" ma:displayName="Vår ref" ma:internalName="CorpSiteOurRef">
      <xsd:simpleType>
        <xsd:restriction base="dms:Text">
          <xsd:maxLength value="255"/>
        </xsd:restriction>
      </xsd:simpleType>
    </xsd:element>
    <xsd:element name="CorpSiteZipAddress" ma:index="14" nillable="true" ma:displayName="Adresse" ma:internalName="CorpSiteZipAddress">
      <xsd:simpleType>
        <xsd:restriction base="dms:Note">
          <xsd:maxLength value="255"/>
        </xsd:restriction>
      </xsd:simpleType>
    </xsd:element>
    <xsd:element name="CorpSiteZipContact" ma:index="15" nillable="true" ma:displayName="Kontakt" ma:internalName="CorpSiteZipContact">
      <xsd:simpleType>
        <xsd:restriction base="dms:Note">
          <xsd:maxLength value="255"/>
        </xsd:restriction>
      </xsd:simpleType>
    </xsd:element>
    <xsd:element name="CorpSiteVATNumber" ma:index="16" nillable="true" ma:displayName="Foretaksnummer" ma:internalName="CorpSiteVATNumber">
      <xsd:simpleType>
        <xsd:restriction base="dms:Text">
          <xsd:maxLength value="255"/>
        </xsd:restriction>
      </xsd:simpleType>
    </xsd:element>
    <xsd:element name="CorpSiteInstituteEmail" ma:index="17" nillable="true" ma:displayName="E-post institutt" ma:internalName="CorpSiteInstituteEmail">
      <xsd:simpleType>
        <xsd:restriction base="dms:Text">
          <xsd:maxLength value="255"/>
        </xsd:restriction>
      </xsd:simpleType>
    </xsd:element>
    <xsd:element name="CorpDocPageClassificationNbNo" ma:index="18" nillable="true" ma:displayName="Gradering Denne Siden" ma:default="Åpen" ma:internalName="CorpDocPageClassificationNbNo">
      <xsd:simpleType>
        <xsd:restriction base="dms:Choice">
          <xsd:enumeration value="Åpen"/>
          <xsd:enumeration value="Intern"/>
          <xsd:enumeration value="Fortrolig"/>
          <xsd:enumeration value="Strengt fortrolig"/>
          <xsd:maxLength value="255"/>
        </xsd:restriction>
      </xsd:simpleType>
    </xsd:element>
    <xsd:element name="CorpDocClassificationEnUs" ma:index="19" nillable="true" ma:displayName="Classification" ma:default="Unrestricted" ma:internalName="CorpDocClassificationEnUs">
      <xsd:simpleType>
        <xsd:restriction base="dms:Choice">
          <xsd:enumeration value="Unrestricted"/>
          <xsd:enumeration value="Internal"/>
          <xsd:enumeration value="Restricted"/>
          <xsd:enumeration value="Confidential"/>
          <xsd:maxLength value="255"/>
        </xsd:restriction>
      </xsd:simpleType>
    </xsd:element>
    <xsd:element name="CorpDocPageClassificationEnUs" ma:index="20" nillable="true" ma:displayName="Classification This Page" ma:default="Unrestricted" ma:internalName="CorpDocPageClassificationEnUs">
      <xsd:simpleType>
        <xsd:restriction base="dms:Choice">
          <xsd:enumeration value="Unrestricted"/>
          <xsd:enumeration value="Internal"/>
          <xsd:enumeration value="Restricted"/>
          <xsd:enumeration value="Confidential"/>
          <xsd:maxLength value="255"/>
        </xsd:restriction>
      </xsd:simpleType>
    </xsd:element>
    <xsd:element name="CorpDocClassificationNbNo" ma:index="21" nillable="true" ma:displayName="Gradering" ma:default="Åpen" ma:internalName="CorpDocClassificationNbNo">
      <xsd:simpleType>
        <xsd:restriction base="dms:Choice">
          <xsd:enumeration value="Åpen"/>
          <xsd:enumeration value="Intern"/>
          <xsd:enumeration value="Fortrolig"/>
          <xsd:enumeration value="Strengt fortrolig"/>
          <xsd:maxLength value="255"/>
        </xsd:restriction>
      </xsd:simpleType>
    </xsd:element>
    <xsd:element name="CorpSiteInstituteEnUs" ma:index="22" nillable="true" ma:displayName="InstituteEng" ma:internalName="CorpSiteInstituteEnUs">
      <xsd:simpleType>
        <xsd:restriction base="dms:Text">
          <xsd:maxLength value="255"/>
        </xsd:restriction>
      </xsd:simpleType>
    </xsd:element>
    <xsd:element name="CorpSiteInstitutePhone" ma:index="23" nillable="true" ma:displayName="Institutt telefon" ma:internalName="CorpSiteInstitutePhone">
      <xsd:simpleType>
        <xsd:restriction base="dms:Text">
          <xsd:maxLength value="255"/>
        </xsd:restriction>
      </xsd:simpleType>
    </xsd:element>
    <xsd:element name="CorpSiteDocLanguage" ma:index="24" nillable="true" ma:displayName="Språk" ma:internalName="CorpSiteDocLanguage">
      <xsd:simpleType>
        <xsd:restriction base="dms:Text">
          <xsd:maxLength value="255"/>
        </xsd:restriction>
      </xsd:simpleType>
    </xsd:element>
    <xsd:element name="CorpDocInstitute" ma:index="25" nillable="true" ma:displayName="Institutt" ma:internalName="CorpDocInstitute">
      <xsd:simpleType>
        <xsd:restriction base="dms:Text">
          <xsd:maxLength value="255"/>
        </xsd:restriction>
      </xsd:simpleType>
    </xsd:element>
    <xsd:element name="CorpDocVersion" ma:index="26" nillable="true" ma:displayName="Versjon" ma:internalName="CorpDocVersion">
      <xsd:simpleType>
        <xsd:restriction base="dms:Text">
          <xsd:maxLength value="255"/>
        </xsd:restriction>
      </xsd:simpleType>
    </xsd:element>
    <xsd:element name="CorpSiteDocumentAuthor" ma:index="27" nillable="true" ma:displayName="Hovedforfatter" ma:hidden="true" ma:internalName="CorpSiteDocumentAutho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rpSiteProjectQA" ma:index="32" nillable="true" ma:displayName="Kvalitestsansvarlig" ma:list="UserInfo" ma:SharePointGroup="0" ma:internalName="CorpSiteProjectQA"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rpSiteProjectOwner" ma:index="33" nillable="true" ma:displayName="Prosjekteier" ma:list="UserInfo" ma:SharePointGroup="0" ma:internalName="CorpSiteProjec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rpSiteProjectLeader" ma:index="34" nillable="true" ma:displayName="Prosjektleder" ma:list="UserInfo" ma:SharePointGroup="0" ma:internalName="CorpSiteProjectLea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rchiveStatus" ma:index="36" nillable="true" ma:displayName="Arkivstatus" ma:internalName="ArchiveStatus">
      <xsd:simpleType>
        <xsd:restriction base="dms:Text">
          <xsd:maxLength value="255"/>
        </xsd:restriction>
      </xsd:simpleType>
    </xsd:element>
    <xsd:element name="CorpWorkflowFeedback" ma:index="37" nillable="true" ma:displayName="Status kvalitetssikring" ma:internalName="CorpWorkflowFeedback">
      <xsd:simpleType>
        <xsd:restriction base="dms:Text">
          <xsd:maxLength value="255"/>
        </xsd:restriction>
      </xsd:simpleType>
    </xsd:element>
    <xsd:element name="CorpSiteProjectNumber" ma:index="39" nillable="true" ma:displayName="Prosjektnummer" ma:default="" ma:internalName="CorpSiteProjectNumber">
      <xsd:simpleType>
        <xsd:restriction base="dms:Text">
          <xsd:maxLength value="255"/>
        </xsd:restriction>
      </xsd:simpleType>
    </xsd:element>
    <xsd:element name="CorpSiteProjectName" ma:index="40" nillable="true" ma:displayName="Prosjektnavn" ma:internalName="CorpSiteProjectName">
      <xsd:simpleType>
        <xsd:restriction base="dms:Text">
          <xsd:maxLength value="255"/>
        </xsd:restriction>
      </xsd:simpleType>
    </xsd:element>
    <xsd:element name="CorpWorkflowApproval" ma:index="56" nillable="true" ma:displayName="Status godkjenning" ma:internalName="CorpWorkflowApproval">
      <xsd:simpleType>
        <xsd:restriction base="dms:Text">
          <xsd:maxLength value="255"/>
        </xsd:restriction>
      </xsd:simpleType>
    </xsd:element>
    <xsd:element name="CorpDocumentDate" ma:index="57" nillable="true" ma:displayName="Dokumentdato" ma:internalName="CorpDocumentDa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13af1b9-b87a-43c5-a5a8-31bd38a79770" elementFormDefault="qualified">
    <xsd:import namespace="http://schemas.microsoft.com/office/2006/documentManagement/types"/>
    <xsd:import namespace="http://schemas.microsoft.com/office/infopath/2007/PartnerControls"/>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element name="lcf76f155ced4ddcb4097134ff3c332f" ma:index="44" nillable="true" ma:taxonomy="true" ma:internalName="lcf76f155ced4ddcb4097134ff3c332f" ma:taxonomyFieldName="MediaServiceImageTags" ma:displayName="Bildemerkelapper" ma:readOnly="false" ma:fieldId="{5cf76f15-5ced-4ddc-b409-7134ff3c332f}" ma:taxonomyMulti="true" ma:sspId="322a372c-f9c2-4fd8-9939-aea158435baa" ma:termSetId="09814cd3-568e-fe90-9814-8d621ff8fb84" ma:anchorId="fba54fb3-c3e1-fe81-a776-ca4b69148c4d" ma:open="true" ma:isKeyword="false">
      <xsd:complexType>
        <xsd:sequence>
          <xsd:element ref="pc:Terms" minOccurs="0" maxOccurs="1"/>
        </xsd:sequence>
      </xsd:complexType>
    </xsd:element>
    <xsd:element name="MediaServiceDateTaken" ma:index="46" nillable="true" ma:displayName="MediaServiceDateTaken" ma:hidden="true" ma:indexed="true" ma:internalName="MediaServiceDateTaken" ma:readOnly="true">
      <xsd:simpleType>
        <xsd:restriction base="dms:Text"/>
      </xsd:simpleType>
    </xsd:element>
    <xsd:element name="MediaServiceOCR" ma:index="47" nillable="true" ma:displayName="Extracted Text" ma:internalName="MediaServiceOCR" ma:readOnly="true">
      <xsd:simpleType>
        <xsd:restriction base="dms:Note">
          <xsd:maxLength value="255"/>
        </xsd:restriction>
      </xsd:simpleType>
    </xsd:element>
    <xsd:element name="MediaServiceGenerationTime" ma:index="48" nillable="true" ma:displayName="MediaServiceGenerationTime" ma:hidden="true" ma:internalName="MediaServiceGenerationTime" ma:readOnly="true">
      <xsd:simpleType>
        <xsd:restriction base="dms:Text"/>
      </xsd:simpleType>
    </xsd:element>
    <xsd:element name="MediaServiceEventHashCode" ma:index="49" nillable="true" ma:displayName="MediaServiceEventHashCode" ma:hidden="true" ma:internalName="MediaServiceEventHashCode" ma:readOnly="true">
      <xsd:simpleType>
        <xsd:restriction base="dms:Text"/>
      </xsd:simpleType>
    </xsd:element>
    <xsd:element name="MediaLengthInSeconds" ma:index="52" nillable="true" ma:displayName="MediaLengthInSeconds" ma:hidden="true" ma:internalName="MediaLengthInSeconds" ma:readOnly="true">
      <xsd:simpleType>
        <xsd:restriction base="dms:Unknown"/>
      </xsd:simpleType>
    </xsd:element>
    <xsd:element name="MediaServiceObjectDetectorVersions" ma:index="53" nillable="true" ma:displayName="MediaServiceObjectDetectorVersions" ma:hidden="true" ma:indexed="true" ma:internalName="MediaServiceObjectDetectorVersions" ma:readOnly="true">
      <xsd:simpleType>
        <xsd:restriction base="dms:Text"/>
      </xsd:simpleType>
    </xsd:element>
    <xsd:element name="MediaServiceLocation" ma:index="54" nillable="true" ma:displayName="Location" ma:indexed="true" ma:internalName="MediaServiceLocation" ma:readOnly="true">
      <xsd:simpleType>
        <xsd:restriction base="dms:Text"/>
      </xsd:simpleType>
    </xsd:element>
    <xsd:element name="MediaServiceSearchProperties" ma:index="5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a93740-5b30-4e68-9e68-8b5f095310d6" elementFormDefault="qualified">
    <xsd:import namespace="http://schemas.microsoft.com/office/2006/documentManagement/types"/>
    <xsd:import namespace="http://schemas.microsoft.com/office/infopath/2007/PartnerControls"/>
    <xsd:element name="TaxCatchAll" ma:index="45" nillable="true" ma:displayName="Taxonomy Catch All Column" ma:hidden="true" ma:list="{4eba9218-8b84-4282-b52b-39c9792502bb}" ma:internalName="TaxCatchAll" ma:showField="CatchAllData" ma:web="8fa93740-5b30-4e68-9e68-8b5f095310d6">
      <xsd:complexType>
        <xsd:complexContent>
          <xsd:extension base="dms:MultiChoiceLookup">
            <xsd:sequence>
              <xsd:element name="Value" type="dms:Lookup" maxOccurs="unbounded" minOccurs="0" nillable="true"/>
            </xsd:sequence>
          </xsd:extension>
        </xsd:complexContent>
      </xsd:complexType>
    </xsd:element>
    <xsd:element name="SharedWithUsers" ma:index="50"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51" nillable="true" ma:displayName="Delingsdetaljer"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8" ma:displayName="Innholdstype"/>
        <xsd:element ref="dc:title" minOccurs="0" maxOccurs="1" ma:index="1"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rpSiteZipContact xmlns="8bbd4995-53b7-43e2-b62f-10947586ac31" xsi:nil="true"/>
    <lcf76f155ced4ddcb4097134ff3c332f xmlns="b13af1b9-b87a-43c5-a5a8-31bd38a79770">
      <Terms xmlns="http://schemas.microsoft.com/office/infopath/2007/PartnerControls"/>
    </lcf76f155ced4ddcb4097134ff3c332f>
    <CorpSiteProjectLeader xmlns="8bbd4995-53b7-43e2-b62f-10947586ac31">
      <UserInfo>
        <DisplayName/>
        <AccountId xsi:nil="true"/>
        <AccountType/>
      </UserInfo>
    </CorpSiteProjectLeader>
    <CorpSiteSubTitle xmlns="8bbd4995-53b7-43e2-b62f-10947586ac31" xsi:nil="true"/>
    <CorpSiteTags xmlns="8bbd4995-53b7-43e2-b62f-10947586ac31" xsi:nil="true"/>
    <CorpSiteISBN xmlns="8bbd4995-53b7-43e2-b62f-10947586ac31" xsi:nil="true"/>
    <CorpWorkflowFeedback xmlns="8bbd4995-53b7-43e2-b62f-10947586ac31" xsi:nil="true"/>
    <CorpSiteAccess xmlns="8bbd4995-53b7-43e2-b62f-10947586ac31">Kun navngitte medlemmer</CorpSiteAccess>
    <CorpSiteRecipientPerson xmlns="8bbd4995-53b7-43e2-b62f-10947586ac31" xsi:nil="true"/>
    <CorpSiteProjectNumber xmlns="8bbd4995-53b7-43e2-b62f-10947586ac31" xsi:nil="true"/>
    <CorpSiteProjectName xmlns="8bbd4995-53b7-43e2-b62f-10947586ac31" xsi:nil="true"/>
    <CorpDocInstitute xmlns="8bbd4995-53b7-43e2-b62f-10947586ac31" xsi:nil="true"/>
    <CorpSiteInstitutePhone xmlns="8bbd4995-53b7-43e2-b62f-10947586ac31" xsi:nil="true"/>
    <CorpSiteProjectOwner xmlns="8bbd4995-53b7-43e2-b62f-10947586ac31">
      <UserInfo>
        <DisplayName/>
        <AccountId xsi:nil="true"/>
        <AccountType/>
      </UserInfo>
    </CorpSiteProjectOwner>
    <CorpDocPageClassificationNbNo xmlns="8bbd4995-53b7-43e2-b62f-10947586ac31">Åpen</CorpDocPageClassificationNbNo>
    <CorpDocClassificationEnUs xmlns="8bbd4995-53b7-43e2-b62f-10947586ac31">Unrestricted</CorpDocClassificationEnUs>
    <CorpDocClassificationNbNo xmlns="8bbd4995-53b7-43e2-b62f-10947586ac31">Åpen</CorpDocClassificationNbNo>
    <CorpSiteClassification xmlns="8bbd4995-53b7-43e2-b62f-10947586ac31">Åpen</CorpSiteClassification>
    <CorpSiteInstituteEmail xmlns="8bbd4995-53b7-43e2-b62f-10947586ac31" xsi:nil="true"/>
    <CorpSiteCoAuthors xmlns="8bbd4995-53b7-43e2-b62f-10947586ac31" xsi:nil="true"/>
    <CorpSiteDocumentAuthor xmlns="8bbd4995-53b7-43e2-b62f-10947586ac31">
      <UserInfo>
        <DisplayName/>
        <AccountId xsi:nil="true"/>
        <AccountType/>
      </UserInfo>
    </CorpSiteDocumentAuthor>
    <CorpSiteInstituteEnUs xmlns="8bbd4995-53b7-43e2-b62f-10947586ac31" xsi:nil="true"/>
    <CorpSiteRecipientCompany xmlns="8bbd4995-53b7-43e2-b62f-10947586ac31" xsi:nil="true"/>
    <CorpSiteDocLanguage xmlns="8bbd4995-53b7-43e2-b62f-10947586ac31" xsi:nil="true"/>
    <CorpDocVersion xmlns="8bbd4995-53b7-43e2-b62f-10947586ac31" xsi:nil="true"/>
    <CorpWorkflowApproval xmlns="8bbd4995-53b7-43e2-b62f-10947586ac31" xsi:nil="true"/>
    <ArchiveStatus xmlns="8bbd4995-53b7-43e2-b62f-10947586ac31" xsi:nil="true"/>
    <CorpSiteProjectQA xmlns="8bbd4995-53b7-43e2-b62f-10947586ac31">
      <UserInfo>
        <DisplayName/>
        <AccountId xsi:nil="true"/>
        <AccountType/>
      </UserInfo>
    </CorpSiteProjectQA>
    <CorpSiteZipAddress xmlns="8bbd4995-53b7-43e2-b62f-10947586ac31" xsi:nil="true"/>
    <CorpSiteVATNumber xmlns="8bbd4995-53b7-43e2-b62f-10947586ac31" xsi:nil="true"/>
    <CorpSiteReportNumber xmlns="8bbd4995-53b7-43e2-b62f-10947586ac31" xsi:nil="true"/>
    <CorpSiteOurRef xmlns="8bbd4995-53b7-43e2-b62f-10947586ac31" xsi:nil="true"/>
    <CorpDocPageClassificationEnUs xmlns="8bbd4995-53b7-43e2-b62f-10947586ac31">Unrestricted</CorpDocPageClassificationEnUs>
    <TaxCatchAll xmlns="8fa93740-5b30-4e68-9e68-8b5f095310d6" xsi:nil="true"/>
    <CorpSiteMainAuthors xmlns="8bbd4995-53b7-43e2-b62f-10947586ac31" xsi:nil="true"/>
    <CorpDocumentDate xmlns="8bbd4995-53b7-43e2-b62f-10947586ac31" xsi:nil="true"/>
  </documentManagement>
</p:properties>
</file>

<file path=customXml/itemProps1.xml><?xml version="1.0" encoding="utf-8"?>
<ds:datastoreItem xmlns:ds="http://schemas.openxmlformats.org/officeDocument/2006/customXml" ds:itemID="{0F24ED05-F93D-4909-BB67-BCB38497E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bd4995-53b7-43e2-b62f-10947586ac31"/>
    <ds:schemaRef ds:uri="b13af1b9-b87a-43c5-a5a8-31bd38a79770"/>
    <ds:schemaRef ds:uri="8fa93740-5b30-4e68-9e68-8b5f095310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81143-F16A-445A-870A-622FFF17B7B4}">
  <ds:schemaRefs>
    <ds:schemaRef ds:uri="http://schemas.microsoft.com/sharepoint/v3/contenttype/forms"/>
  </ds:schemaRefs>
</ds:datastoreItem>
</file>

<file path=customXml/itemProps3.xml><?xml version="1.0" encoding="utf-8"?>
<ds:datastoreItem xmlns:ds="http://schemas.openxmlformats.org/officeDocument/2006/customXml" ds:itemID="{EDCFB257-5C5A-444E-8FD1-A79CA6D0E6ED}">
  <ds:schemaRefs>
    <ds:schemaRef ds:uri="b13af1b9-b87a-43c5-a5a8-31bd38a79770"/>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bbd4995-53b7-43e2-b62f-10947586ac31"/>
    <ds:schemaRef ds:uri="8fa93740-5b30-4e68-9e68-8b5f095310d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322</Words>
  <Application>Microsoft Office PowerPoint</Application>
  <PresentationFormat>Widescreen</PresentationFormat>
  <Paragraphs>51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1_Office Theme</vt:lpstr>
      <vt:lpstr>WP XX [name]  </vt:lpstr>
      <vt:lpstr>WP[X] – Overview and objectives</vt:lpstr>
      <vt:lpstr>WP[X] – Planned activities (Oct 22- Mar 2024)</vt:lpstr>
      <vt:lpstr>WP[X] – Progress (Oct 22- Mar 2024)</vt:lpstr>
      <vt:lpstr>WP[X] – Progress (Oct 22- Mar 2024)</vt:lpstr>
      <vt:lpstr>WP[X] – Deliverables and Milstones</vt:lpstr>
      <vt:lpstr>WP[X] – Deviations and corrective actions</vt:lpstr>
      <vt:lpstr>WP[X]  – Planned activities until end of project</vt:lpstr>
      <vt:lpstr>WP[X]  – Use of resources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Marit Eggen</cp:lastModifiedBy>
  <cp:revision>311</cp:revision>
  <dcterms:modified xsi:type="dcterms:W3CDTF">2026-10-16T12:06:34Z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0x01010031B82B69D2361148B4D8F7EC1568021308004F233F94F9456E489DD989E15ACFCF32</vt:lpwstr>
  </property>
  <property fmtid="{D5CDD505-2E9C-101B-9397-08002B2CF9AE}" pid="3" name="MediaServiceImageTags">
    <vt:lpwstr/>
  </property>
</Properties>
</file>